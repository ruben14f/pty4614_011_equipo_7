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74" r:id="rId3"/>
    <p:sldId id="275" r:id="rId4"/>
    <p:sldId id="258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</p:sldIdLst>
  <p:sldSz cx="15925800" cy="89630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F0FF"/>
    <a:srgbClr val="061C37"/>
    <a:srgbClr val="7EB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5033" autoAdjust="0"/>
  </p:normalViewPr>
  <p:slideViewPr>
    <p:cSldViewPr snapToGrid="0">
      <p:cViewPr varScale="1">
        <p:scale>
          <a:sx n="63" d="100"/>
          <a:sy n="6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78EB7-B975-47F7-9DC2-36D213839CCE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0B7B4-5352-4304-A74C-F3B6035EF9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956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4664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1pPr>
    <a:lvl2pPr marL="597332" algn="l" defTabSz="1194664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2pPr>
    <a:lvl3pPr marL="1194664" algn="l" defTabSz="1194664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3pPr>
    <a:lvl4pPr marL="1791995" algn="l" defTabSz="1194664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4pPr>
    <a:lvl5pPr marL="2389327" algn="l" defTabSz="1194664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5pPr>
    <a:lvl6pPr marL="2986659" algn="l" defTabSz="1194664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6pPr>
    <a:lvl7pPr marL="3583991" algn="l" defTabSz="1194664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7pPr>
    <a:lvl8pPr marL="4181323" algn="l" defTabSz="1194664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8pPr>
    <a:lvl9pPr marL="4778654" algn="l" defTabSz="1194664" rtl="0" eaLnBrk="1" latinLnBrk="0" hangingPunct="1">
      <a:defRPr sz="15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7B4-5352-4304-A74C-F3B6035EF91A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1177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7B4-5352-4304-A74C-F3B6035EF91A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2076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7B4-5352-4304-A74C-F3B6035EF91A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4160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7B4-5352-4304-A74C-F3B6035EF91A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0422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7B4-5352-4304-A74C-F3B6035EF91A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8361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7B4-5352-4304-A74C-F3B6035EF91A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1696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7B4-5352-4304-A74C-F3B6035EF91A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601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7B4-5352-4304-A74C-F3B6035EF91A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9847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7B4-5352-4304-A74C-F3B6035EF91A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8087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783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3135"/>
            </a:lvl1pPr>
            <a:lvl2pPr marL="597240" indent="0" algn="ctr">
              <a:buNone/>
              <a:defRPr sz="2613"/>
            </a:lvl2pPr>
            <a:lvl3pPr marL="1194481" indent="0" algn="ctr">
              <a:buNone/>
              <a:defRPr sz="2351"/>
            </a:lvl3pPr>
            <a:lvl4pPr marL="1791721" indent="0" algn="ctr">
              <a:buNone/>
              <a:defRPr sz="2090"/>
            </a:lvl4pPr>
            <a:lvl5pPr marL="2388961" indent="0" algn="ctr">
              <a:buNone/>
              <a:defRPr sz="2090"/>
            </a:lvl5pPr>
            <a:lvl6pPr marL="2986202" indent="0" algn="ctr">
              <a:buNone/>
              <a:defRPr sz="2090"/>
            </a:lvl6pPr>
            <a:lvl7pPr marL="3583442" indent="0" algn="ctr">
              <a:buNone/>
              <a:defRPr sz="2090"/>
            </a:lvl7pPr>
            <a:lvl8pPr marL="4180683" indent="0" algn="ctr">
              <a:buNone/>
              <a:defRPr sz="2090"/>
            </a:lvl8pPr>
            <a:lvl9pPr marL="4777923" indent="0" algn="ctr">
              <a:buNone/>
              <a:defRPr sz="209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435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7423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604" y="2234533"/>
            <a:ext cx="13736003" cy="3728369"/>
          </a:xfrm>
        </p:spPr>
        <p:txBody>
          <a:bodyPr anchor="b"/>
          <a:lstStyle>
            <a:lvl1pPr>
              <a:defRPr sz="783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6604" y="5998174"/>
            <a:ext cx="13736003" cy="1960661"/>
          </a:xfrm>
        </p:spPr>
        <p:txBody>
          <a:bodyPr/>
          <a:lstStyle>
            <a:lvl1pPr marL="0" indent="0">
              <a:buNone/>
              <a:defRPr sz="3135">
                <a:solidFill>
                  <a:schemeClr val="tx1">
                    <a:tint val="82000"/>
                  </a:schemeClr>
                </a:solidFill>
              </a:defRPr>
            </a:lvl1pPr>
            <a:lvl2pPr marL="597240" indent="0">
              <a:buNone/>
              <a:defRPr sz="2613">
                <a:solidFill>
                  <a:schemeClr val="tx1">
                    <a:tint val="82000"/>
                  </a:schemeClr>
                </a:solidFill>
              </a:defRPr>
            </a:lvl2pPr>
            <a:lvl3pPr marL="1194481" indent="0">
              <a:buNone/>
              <a:defRPr sz="2351">
                <a:solidFill>
                  <a:schemeClr val="tx1">
                    <a:tint val="82000"/>
                  </a:schemeClr>
                </a:solidFill>
              </a:defRPr>
            </a:lvl3pPr>
            <a:lvl4pPr marL="1791721" indent="0">
              <a:buNone/>
              <a:defRPr sz="2090">
                <a:solidFill>
                  <a:schemeClr val="tx1">
                    <a:tint val="82000"/>
                  </a:schemeClr>
                </a:solidFill>
              </a:defRPr>
            </a:lvl4pPr>
            <a:lvl5pPr marL="2388961" indent="0">
              <a:buNone/>
              <a:defRPr sz="2090">
                <a:solidFill>
                  <a:schemeClr val="tx1">
                    <a:tint val="82000"/>
                  </a:schemeClr>
                </a:solidFill>
              </a:defRPr>
            </a:lvl5pPr>
            <a:lvl6pPr marL="2986202" indent="0">
              <a:buNone/>
              <a:defRPr sz="2090">
                <a:solidFill>
                  <a:schemeClr val="tx1">
                    <a:tint val="82000"/>
                  </a:schemeClr>
                </a:solidFill>
              </a:defRPr>
            </a:lvl6pPr>
            <a:lvl7pPr marL="3583442" indent="0">
              <a:buNone/>
              <a:defRPr sz="2090">
                <a:solidFill>
                  <a:schemeClr val="tx1">
                    <a:tint val="82000"/>
                  </a:schemeClr>
                </a:solidFill>
              </a:defRPr>
            </a:lvl7pPr>
            <a:lvl8pPr marL="4180683" indent="0">
              <a:buNone/>
              <a:defRPr sz="2090">
                <a:solidFill>
                  <a:schemeClr val="tx1">
                    <a:tint val="82000"/>
                  </a:schemeClr>
                </a:solidFill>
              </a:defRPr>
            </a:lvl8pPr>
            <a:lvl9pPr marL="4777923" indent="0">
              <a:buNone/>
              <a:defRPr sz="20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458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4899" y="2385990"/>
            <a:ext cx="6768465" cy="56869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62436" y="2385990"/>
            <a:ext cx="6768465" cy="56869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167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73" y="477199"/>
            <a:ext cx="13736003" cy="173243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74" y="2197187"/>
            <a:ext cx="6737359" cy="1076807"/>
          </a:xfrm>
        </p:spPr>
        <p:txBody>
          <a:bodyPr anchor="b"/>
          <a:lstStyle>
            <a:lvl1pPr marL="0" indent="0">
              <a:buNone/>
              <a:defRPr sz="3135" b="1"/>
            </a:lvl1pPr>
            <a:lvl2pPr marL="597240" indent="0">
              <a:buNone/>
              <a:defRPr sz="2613" b="1"/>
            </a:lvl2pPr>
            <a:lvl3pPr marL="1194481" indent="0">
              <a:buNone/>
              <a:defRPr sz="2351" b="1"/>
            </a:lvl3pPr>
            <a:lvl4pPr marL="1791721" indent="0">
              <a:buNone/>
              <a:defRPr sz="2090" b="1"/>
            </a:lvl4pPr>
            <a:lvl5pPr marL="2388961" indent="0">
              <a:buNone/>
              <a:defRPr sz="2090" b="1"/>
            </a:lvl5pPr>
            <a:lvl6pPr marL="2986202" indent="0">
              <a:buNone/>
              <a:defRPr sz="2090" b="1"/>
            </a:lvl6pPr>
            <a:lvl7pPr marL="3583442" indent="0">
              <a:buNone/>
              <a:defRPr sz="2090" b="1"/>
            </a:lvl7pPr>
            <a:lvl8pPr marL="4180683" indent="0">
              <a:buNone/>
              <a:defRPr sz="2090" b="1"/>
            </a:lvl8pPr>
            <a:lvl9pPr marL="4777923" indent="0">
              <a:buNone/>
              <a:defRPr sz="209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974" y="3273994"/>
            <a:ext cx="6737359" cy="481555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62436" y="2197187"/>
            <a:ext cx="6770539" cy="1076807"/>
          </a:xfrm>
        </p:spPr>
        <p:txBody>
          <a:bodyPr anchor="b"/>
          <a:lstStyle>
            <a:lvl1pPr marL="0" indent="0">
              <a:buNone/>
              <a:defRPr sz="3135" b="1"/>
            </a:lvl1pPr>
            <a:lvl2pPr marL="597240" indent="0">
              <a:buNone/>
              <a:defRPr sz="2613" b="1"/>
            </a:lvl2pPr>
            <a:lvl3pPr marL="1194481" indent="0">
              <a:buNone/>
              <a:defRPr sz="2351" b="1"/>
            </a:lvl3pPr>
            <a:lvl4pPr marL="1791721" indent="0">
              <a:buNone/>
              <a:defRPr sz="2090" b="1"/>
            </a:lvl4pPr>
            <a:lvl5pPr marL="2388961" indent="0">
              <a:buNone/>
              <a:defRPr sz="2090" b="1"/>
            </a:lvl5pPr>
            <a:lvl6pPr marL="2986202" indent="0">
              <a:buNone/>
              <a:defRPr sz="2090" b="1"/>
            </a:lvl6pPr>
            <a:lvl7pPr marL="3583442" indent="0">
              <a:buNone/>
              <a:defRPr sz="2090" b="1"/>
            </a:lvl7pPr>
            <a:lvl8pPr marL="4180683" indent="0">
              <a:buNone/>
              <a:defRPr sz="2090" b="1"/>
            </a:lvl8pPr>
            <a:lvl9pPr marL="4777923" indent="0">
              <a:buNone/>
              <a:defRPr sz="209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62436" y="3273994"/>
            <a:ext cx="6770539" cy="481555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031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943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0942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74" y="597535"/>
            <a:ext cx="5136485" cy="2091373"/>
          </a:xfrm>
        </p:spPr>
        <p:txBody>
          <a:bodyPr anchor="b"/>
          <a:lstStyle>
            <a:lvl1pPr>
              <a:defRPr sz="418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0539" y="1290510"/>
            <a:ext cx="8062436" cy="6369557"/>
          </a:xfrm>
        </p:spPr>
        <p:txBody>
          <a:bodyPr/>
          <a:lstStyle>
            <a:lvl1pPr>
              <a:defRPr sz="4180"/>
            </a:lvl1pPr>
            <a:lvl2pPr>
              <a:defRPr sz="3658"/>
            </a:lvl2pPr>
            <a:lvl3pPr>
              <a:defRPr sz="3135"/>
            </a:lvl3pPr>
            <a:lvl4pPr>
              <a:defRPr sz="2613"/>
            </a:lvl4pPr>
            <a:lvl5pPr>
              <a:defRPr sz="2613"/>
            </a:lvl5pPr>
            <a:lvl6pPr>
              <a:defRPr sz="2613"/>
            </a:lvl6pPr>
            <a:lvl7pPr>
              <a:defRPr sz="2613"/>
            </a:lvl7pPr>
            <a:lvl8pPr>
              <a:defRPr sz="2613"/>
            </a:lvl8pPr>
            <a:lvl9pPr>
              <a:defRPr sz="261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74" y="2688907"/>
            <a:ext cx="5136485" cy="4981534"/>
          </a:xfrm>
        </p:spPr>
        <p:txBody>
          <a:bodyPr/>
          <a:lstStyle>
            <a:lvl1pPr marL="0" indent="0">
              <a:buNone/>
              <a:defRPr sz="2090"/>
            </a:lvl1pPr>
            <a:lvl2pPr marL="597240" indent="0">
              <a:buNone/>
              <a:defRPr sz="1829"/>
            </a:lvl2pPr>
            <a:lvl3pPr marL="1194481" indent="0">
              <a:buNone/>
              <a:defRPr sz="1568"/>
            </a:lvl3pPr>
            <a:lvl4pPr marL="1791721" indent="0">
              <a:buNone/>
              <a:defRPr sz="1306"/>
            </a:lvl4pPr>
            <a:lvl5pPr marL="2388961" indent="0">
              <a:buNone/>
              <a:defRPr sz="1306"/>
            </a:lvl5pPr>
            <a:lvl6pPr marL="2986202" indent="0">
              <a:buNone/>
              <a:defRPr sz="1306"/>
            </a:lvl6pPr>
            <a:lvl7pPr marL="3583442" indent="0">
              <a:buNone/>
              <a:defRPr sz="1306"/>
            </a:lvl7pPr>
            <a:lvl8pPr marL="4180683" indent="0">
              <a:buNone/>
              <a:defRPr sz="1306"/>
            </a:lvl8pPr>
            <a:lvl9pPr marL="4777923" indent="0">
              <a:buNone/>
              <a:defRPr sz="1306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968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74" y="597535"/>
            <a:ext cx="5136485" cy="2091373"/>
          </a:xfrm>
        </p:spPr>
        <p:txBody>
          <a:bodyPr anchor="b"/>
          <a:lstStyle>
            <a:lvl1pPr>
              <a:defRPr sz="418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0539" y="1290510"/>
            <a:ext cx="8062436" cy="6369557"/>
          </a:xfrm>
        </p:spPr>
        <p:txBody>
          <a:bodyPr anchor="t"/>
          <a:lstStyle>
            <a:lvl1pPr marL="0" indent="0">
              <a:buNone/>
              <a:defRPr sz="4180"/>
            </a:lvl1pPr>
            <a:lvl2pPr marL="597240" indent="0">
              <a:buNone/>
              <a:defRPr sz="3658"/>
            </a:lvl2pPr>
            <a:lvl3pPr marL="1194481" indent="0">
              <a:buNone/>
              <a:defRPr sz="3135"/>
            </a:lvl3pPr>
            <a:lvl4pPr marL="1791721" indent="0">
              <a:buNone/>
              <a:defRPr sz="2613"/>
            </a:lvl4pPr>
            <a:lvl5pPr marL="2388961" indent="0">
              <a:buNone/>
              <a:defRPr sz="2613"/>
            </a:lvl5pPr>
            <a:lvl6pPr marL="2986202" indent="0">
              <a:buNone/>
              <a:defRPr sz="2613"/>
            </a:lvl6pPr>
            <a:lvl7pPr marL="3583442" indent="0">
              <a:buNone/>
              <a:defRPr sz="2613"/>
            </a:lvl7pPr>
            <a:lvl8pPr marL="4180683" indent="0">
              <a:buNone/>
              <a:defRPr sz="2613"/>
            </a:lvl8pPr>
            <a:lvl9pPr marL="4777923" indent="0">
              <a:buNone/>
              <a:defRPr sz="2613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74" y="2688907"/>
            <a:ext cx="5136485" cy="4981534"/>
          </a:xfrm>
        </p:spPr>
        <p:txBody>
          <a:bodyPr/>
          <a:lstStyle>
            <a:lvl1pPr marL="0" indent="0">
              <a:buNone/>
              <a:defRPr sz="2090"/>
            </a:lvl1pPr>
            <a:lvl2pPr marL="597240" indent="0">
              <a:buNone/>
              <a:defRPr sz="1829"/>
            </a:lvl2pPr>
            <a:lvl3pPr marL="1194481" indent="0">
              <a:buNone/>
              <a:defRPr sz="1568"/>
            </a:lvl3pPr>
            <a:lvl4pPr marL="1791721" indent="0">
              <a:buNone/>
              <a:defRPr sz="1306"/>
            </a:lvl4pPr>
            <a:lvl5pPr marL="2388961" indent="0">
              <a:buNone/>
              <a:defRPr sz="1306"/>
            </a:lvl5pPr>
            <a:lvl6pPr marL="2986202" indent="0">
              <a:buNone/>
              <a:defRPr sz="1306"/>
            </a:lvl6pPr>
            <a:lvl7pPr marL="3583442" indent="0">
              <a:buNone/>
              <a:defRPr sz="1306"/>
            </a:lvl7pPr>
            <a:lvl8pPr marL="4180683" indent="0">
              <a:buNone/>
              <a:defRPr sz="1306"/>
            </a:lvl8pPr>
            <a:lvl9pPr marL="4777923" indent="0">
              <a:buNone/>
              <a:defRPr sz="1306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873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328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96900" y="477198"/>
            <a:ext cx="3434001" cy="759574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4899" y="477198"/>
            <a:ext cx="10102929" cy="759574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483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4899" y="477199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4899" y="8307397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DED4D-895D-4F0E-B94E-1D866EC67EE6}" type="datetimeFigureOut">
              <a:rPr lang="es-CL" smtClean="0"/>
              <a:t>23-10-2026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75421" y="8307397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47596" y="8307397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7384C-7B3B-4202-895A-43B043386E3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392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4481" rtl="0" eaLnBrk="1" latinLnBrk="0" hangingPunct="1">
        <a:lnSpc>
          <a:spcPct val="90000"/>
        </a:lnSpc>
        <a:spcBef>
          <a:spcPct val="0"/>
        </a:spcBef>
        <a:buNone/>
        <a:defRPr sz="57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8620" indent="-298620" algn="l" defTabSz="1194481" rtl="0" eaLnBrk="1" latinLnBrk="0" hangingPunct="1">
        <a:lnSpc>
          <a:spcPct val="90000"/>
        </a:lnSpc>
        <a:spcBef>
          <a:spcPts val="1306"/>
        </a:spcBef>
        <a:buFont typeface="Arial" panose="020B0604020202020204" pitchFamily="34" charset="0"/>
        <a:buChar char="•"/>
        <a:defRPr sz="3658" kern="1200">
          <a:solidFill>
            <a:schemeClr val="tx1"/>
          </a:solidFill>
          <a:latin typeface="+mn-lt"/>
          <a:ea typeface="+mn-ea"/>
          <a:cs typeface="+mn-cs"/>
        </a:defRPr>
      </a:lvl1pPr>
      <a:lvl2pPr marL="895861" indent="-298620" algn="l" defTabSz="119448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3135" kern="1200">
          <a:solidFill>
            <a:schemeClr val="tx1"/>
          </a:solidFill>
          <a:latin typeface="+mn-lt"/>
          <a:ea typeface="+mn-ea"/>
          <a:cs typeface="+mn-cs"/>
        </a:defRPr>
      </a:lvl2pPr>
      <a:lvl3pPr marL="1493101" indent="-298620" algn="l" defTabSz="119448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613" kern="1200">
          <a:solidFill>
            <a:schemeClr val="tx1"/>
          </a:solidFill>
          <a:latin typeface="+mn-lt"/>
          <a:ea typeface="+mn-ea"/>
          <a:cs typeface="+mn-cs"/>
        </a:defRPr>
      </a:lvl3pPr>
      <a:lvl4pPr marL="2090341" indent="-298620" algn="l" defTabSz="119448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4pPr>
      <a:lvl5pPr marL="2687582" indent="-298620" algn="l" defTabSz="119448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5pPr>
      <a:lvl6pPr marL="3284822" indent="-298620" algn="l" defTabSz="119448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6pPr>
      <a:lvl7pPr marL="3882062" indent="-298620" algn="l" defTabSz="119448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7pPr>
      <a:lvl8pPr marL="4479303" indent="-298620" algn="l" defTabSz="119448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8pPr>
      <a:lvl9pPr marL="5076543" indent="-298620" algn="l" defTabSz="1194481" rtl="0" eaLnBrk="1" latinLnBrk="0" hangingPunct="1">
        <a:lnSpc>
          <a:spcPct val="90000"/>
        </a:lnSpc>
        <a:spcBef>
          <a:spcPts val="653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4481" rtl="0" eaLnBrk="1" latinLnBrk="0" hangingPunct="1"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97240" algn="l" defTabSz="1194481" rtl="0" eaLnBrk="1" latinLnBrk="0" hangingPunct="1">
        <a:defRPr sz="2351" kern="1200">
          <a:solidFill>
            <a:schemeClr val="tx1"/>
          </a:solidFill>
          <a:latin typeface="+mn-lt"/>
          <a:ea typeface="+mn-ea"/>
          <a:cs typeface="+mn-cs"/>
        </a:defRPr>
      </a:lvl2pPr>
      <a:lvl3pPr marL="1194481" algn="l" defTabSz="1194481" rtl="0" eaLnBrk="1" latinLnBrk="0" hangingPunct="1">
        <a:defRPr sz="2351" kern="1200">
          <a:solidFill>
            <a:schemeClr val="tx1"/>
          </a:solidFill>
          <a:latin typeface="+mn-lt"/>
          <a:ea typeface="+mn-ea"/>
          <a:cs typeface="+mn-cs"/>
        </a:defRPr>
      </a:lvl3pPr>
      <a:lvl4pPr marL="1791721" algn="l" defTabSz="1194481" rtl="0" eaLnBrk="1" latinLnBrk="0" hangingPunct="1">
        <a:defRPr sz="2351" kern="1200">
          <a:solidFill>
            <a:schemeClr val="tx1"/>
          </a:solidFill>
          <a:latin typeface="+mn-lt"/>
          <a:ea typeface="+mn-ea"/>
          <a:cs typeface="+mn-cs"/>
        </a:defRPr>
      </a:lvl4pPr>
      <a:lvl5pPr marL="2388961" algn="l" defTabSz="1194481" rtl="0" eaLnBrk="1" latinLnBrk="0" hangingPunct="1">
        <a:defRPr sz="2351" kern="1200">
          <a:solidFill>
            <a:schemeClr val="tx1"/>
          </a:solidFill>
          <a:latin typeface="+mn-lt"/>
          <a:ea typeface="+mn-ea"/>
          <a:cs typeface="+mn-cs"/>
        </a:defRPr>
      </a:lvl5pPr>
      <a:lvl6pPr marL="2986202" algn="l" defTabSz="1194481" rtl="0" eaLnBrk="1" latinLnBrk="0" hangingPunct="1">
        <a:defRPr sz="2351" kern="1200">
          <a:solidFill>
            <a:schemeClr val="tx1"/>
          </a:solidFill>
          <a:latin typeface="+mn-lt"/>
          <a:ea typeface="+mn-ea"/>
          <a:cs typeface="+mn-cs"/>
        </a:defRPr>
      </a:lvl6pPr>
      <a:lvl7pPr marL="3583442" algn="l" defTabSz="1194481" rtl="0" eaLnBrk="1" latinLnBrk="0" hangingPunct="1">
        <a:defRPr sz="2351" kern="1200">
          <a:solidFill>
            <a:schemeClr val="tx1"/>
          </a:solidFill>
          <a:latin typeface="+mn-lt"/>
          <a:ea typeface="+mn-ea"/>
          <a:cs typeface="+mn-cs"/>
        </a:defRPr>
      </a:lvl7pPr>
      <a:lvl8pPr marL="4180683" algn="l" defTabSz="1194481" rtl="0" eaLnBrk="1" latinLnBrk="0" hangingPunct="1">
        <a:defRPr sz="2351" kern="1200">
          <a:solidFill>
            <a:schemeClr val="tx1"/>
          </a:solidFill>
          <a:latin typeface="+mn-lt"/>
          <a:ea typeface="+mn-ea"/>
          <a:cs typeface="+mn-cs"/>
        </a:defRPr>
      </a:lvl8pPr>
      <a:lvl9pPr marL="4777923" algn="l" defTabSz="1194481" rtl="0" eaLnBrk="1" latinLnBrk="0" hangingPunct="1">
        <a:defRPr sz="2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svg"/><Relationship Id="rId3" Type="http://schemas.openxmlformats.org/officeDocument/2006/relationships/image" Target="../media/image2.png"/><Relationship Id="rId7" Type="http://schemas.openxmlformats.org/officeDocument/2006/relationships/image" Target="../media/image16.sv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2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svg"/><Relationship Id="rId4" Type="http://schemas.openxmlformats.org/officeDocument/2006/relationships/image" Target="../media/image19.svg"/><Relationship Id="rId9" Type="http://schemas.openxmlformats.org/officeDocument/2006/relationships/image" Target="../media/image3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2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42.svg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svg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2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13.svg"/><Relationship Id="rId4" Type="http://schemas.openxmlformats.org/officeDocument/2006/relationships/image" Target="../media/image5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10" Type="http://schemas.openxmlformats.org/officeDocument/2006/relationships/image" Target="../media/image13.svg"/><Relationship Id="rId4" Type="http://schemas.openxmlformats.org/officeDocument/2006/relationships/image" Target="../media/image54.svg"/><Relationship Id="rId9" Type="http://schemas.openxmlformats.org/officeDocument/2006/relationships/image" Target="../media/image5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svg"/><Relationship Id="rId5" Type="http://schemas.openxmlformats.org/officeDocument/2006/relationships/image" Target="../media/image62.svg"/><Relationship Id="rId10" Type="http://schemas.openxmlformats.org/officeDocument/2006/relationships/image" Target="../media/image66.svg"/><Relationship Id="rId4" Type="http://schemas.openxmlformats.org/officeDocument/2006/relationships/image" Target="../media/image61.svg"/><Relationship Id="rId9" Type="http://schemas.openxmlformats.org/officeDocument/2006/relationships/image" Target="../media/image6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>
            <a:extLst>
              <a:ext uri="{FF2B5EF4-FFF2-40B4-BE49-F238E27FC236}">
                <a16:creationId xmlns:a16="http://schemas.microsoft.com/office/drawing/2014/main" id="{C688E1BB-0330-6FA7-585E-C851F2CDA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382" y="341793"/>
            <a:ext cx="11107166" cy="7404777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43D2949C-FEC9-1BCA-744E-1BA720B4D407}"/>
              </a:ext>
            </a:extLst>
          </p:cNvPr>
          <p:cNvSpPr txBox="1"/>
          <p:nvPr/>
        </p:nvSpPr>
        <p:spPr>
          <a:xfrm>
            <a:off x="533400" y="698500"/>
            <a:ext cx="5794984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1000" b="1" spc="-300" noProof="0" dirty="0">
                <a:solidFill>
                  <a:schemeClr val="bg1"/>
                </a:solidFill>
                <a:latin typeface="Aptos Black" panose="020B0004020202020204" pitchFamily="34" charset="0"/>
                <a:cs typeface="Aharoni" panose="02010803020104030203" pitchFamily="2" charset="-79"/>
              </a:rPr>
              <a:t>GATI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5F3A10A-F6EC-3578-2C93-313AA1E4782E}"/>
              </a:ext>
            </a:extLst>
          </p:cNvPr>
          <p:cNvSpPr txBox="1"/>
          <p:nvPr/>
        </p:nvSpPr>
        <p:spPr>
          <a:xfrm>
            <a:off x="533400" y="3249147"/>
            <a:ext cx="55710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400" spc="-15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Activos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F162F6D-F004-1543-A448-1F095913AC4D}"/>
              </a:ext>
            </a:extLst>
          </p:cNvPr>
          <p:cNvSpPr txBox="1"/>
          <p:nvPr/>
        </p:nvSpPr>
        <p:spPr>
          <a:xfrm>
            <a:off x="572662" y="186366"/>
            <a:ext cx="6532622" cy="70788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s-CL" b="1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CAPSTONE </a:t>
            </a:r>
            <a:r>
              <a:rPr lang="es-CL" sz="4000" b="1" spc="300" noProof="0" dirty="0">
                <a:solidFill>
                  <a:schemeClr val="bg1"/>
                </a:solidFill>
                <a:cs typeface="Arial" panose="020B0604020202020204" pitchFamily="34" charset="0"/>
              </a:rPr>
              <a:t>·</a:t>
            </a:r>
            <a:r>
              <a:rPr lang="es-CL" b="1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INGENIERÍA EN INFORMÁTICA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33268E3-3618-8E38-0B92-59BA95506022}"/>
              </a:ext>
            </a:extLst>
          </p:cNvPr>
          <p:cNvCxnSpPr>
            <a:cxnSpLocks/>
          </p:cNvCxnSpPr>
          <p:nvPr/>
        </p:nvCxnSpPr>
        <p:spPr>
          <a:xfrm>
            <a:off x="706754" y="5122545"/>
            <a:ext cx="1285876" cy="0"/>
          </a:xfrm>
          <a:prstGeom prst="line">
            <a:avLst/>
          </a:prstGeom>
          <a:ln w="60325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89B8A13-6463-4155-BFBB-A52422567EC6}"/>
              </a:ext>
            </a:extLst>
          </p:cNvPr>
          <p:cNvSpPr txBox="1"/>
          <p:nvPr/>
        </p:nvSpPr>
        <p:spPr>
          <a:xfrm>
            <a:off x="562826" y="5323275"/>
            <a:ext cx="9523441" cy="830997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noProof="0" dirty="0">
                <a:effectLst/>
              </a:rPr>
              <a:t>FASE 2 | Desarrollo del Proyecto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446BF07-DF52-8921-E0AC-E4CA9E44EF55}"/>
              </a:ext>
            </a:extLst>
          </p:cNvPr>
          <p:cNvSpPr txBox="1"/>
          <p:nvPr/>
        </p:nvSpPr>
        <p:spPr>
          <a:xfrm>
            <a:off x="594360" y="3959551"/>
            <a:ext cx="84810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8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Tecnológicos e Informáticos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5F52D3B-74B0-71F8-63CB-E72EEFD20789}"/>
              </a:ext>
            </a:extLst>
          </p:cNvPr>
          <p:cNvSpPr txBox="1"/>
          <p:nvPr/>
        </p:nvSpPr>
        <p:spPr>
          <a:xfrm>
            <a:off x="572662" y="6153986"/>
            <a:ext cx="97770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sz="4000" noProof="0" dirty="0"/>
              <a:t>Desarrollo y monitoreo.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61FDC92-5717-F5C4-ABDC-05FEA5620676}"/>
              </a:ext>
            </a:extLst>
          </p:cNvPr>
          <p:cNvSpPr txBox="1"/>
          <p:nvPr/>
        </p:nvSpPr>
        <p:spPr>
          <a:xfrm>
            <a:off x="611547" y="7569472"/>
            <a:ext cx="288213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700" b="1" spc="300" noProof="0" dirty="0">
                <a:solidFill>
                  <a:schemeClr val="bg1"/>
                </a:solidFill>
                <a:latin typeface="Arial Nova" panose="020F0502020204030204" pitchFamily="34" charset="0"/>
                <a:cs typeface="Arial" panose="020B0604020202020204" pitchFamily="34" charset="0"/>
              </a:rPr>
              <a:t>TI – ONE SOLUTION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33C1B4D-98D6-064E-D910-8A2A512BD753}"/>
              </a:ext>
            </a:extLst>
          </p:cNvPr>
          <p:cNvSpPr txBox="1"/>
          <p:nvPr/>
        </p:nvSpPr>
        <p:spPr>
          <a:xfrm>
            <a:off x="639137" y="7874875"/>
            <a:ext cx="306475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700" b="1" spc="300">
                <a:solidFill>
                  <a:schemeClr val="bg1"/>
                </a:solidFill>
                <a:latin typeface="Arial Nova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b="0" spc="0" noProof="0" dirty="0"/>
              <a:t>Carlos Araya </a:t>
            </a:r>
            <a:r>
              <a:rPr lang="es-CL" b="0" spc="0" noProof="0" dirty="0">
                <a:latin typeface="+mn-lt"/>
              </a:rPr>
              <a:t>·</a:t>
            </a:r>
            <a:r>
              <a:rPr lang="es-CL" b="0" spc="0" noProof="0" dirty="0"/>
              <a:t> Ruben Mansilla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028D55E9-D6E1-CC11-AC01-C1D60A090FFD}"/>
              </a:ext>
            </a:extLst>
          </p:cNvPr>
          <p:cNvSpPr txBox="1"/>
          <p:nvPr/>
        </p:nvSpPr>
        <p:spPr>
          <a:xfrm>
            <a:off x="611547" y="8169963"/>
            <a:ext cx="37417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700" b="0" spc="0">
                <a:solidFill>
                  <a:schemeClr val="bg1"/>
                </a:solidFill>
                <a:latin typeface="Arial Nova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s-CL" noProof="0" dirty="0"/>
              <a:t>Eduardo Compan </a:t>
            </a:r>
            <a:r>
              <a:rPr lang="es-CL" noProof="0" dirty="0">
                <a:latin typeface="+mj-lt"/>
              </a:rPr>
              <a:t>·</a:t>
            </a:r>
            <a:r>
              <a:rPr lang="es-CL" noProof="0" dirty="0"/>
              <a:t> Alejandro Gysling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DF31192-BF4A-F700-80B2-9A84B6AEF563}"/>
              </a:ext>
            </a:extLst>
          </p:cNvPr>
          <p:cNvSpPr txBox="1"/>
          <p:nvPr/>
        </p:nvSpPr>
        <p:spPr>
          <a:xfrm>
            <a:off x="12210815" y="7482459"/>
            <a:ext cx="303185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700" b="0" spc="0">
                <a:solidFill>
                  <a:schemeClr val="bg1"/>
                </a:solidFill>
                <a:latin typeface="Arial Nova" panose="020F050202020403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s-CL" noProof="0" dirty="0">
                <a:latin typeface="+mn-lt"/>
              </a:rPr>
              <a:t>Fernando Herrera Francesconi</a:t>
            </a:r>
          </a:p>
          <a:p>
            <a:pPr algn="r"/>
            <a:r>
              <a:rPr lang="es-CL" noProof="0" dirty="0"/>
              <a:t>Duoc UC · Sede Maipú</a:t>
            </a:r>
          </a:p>
          <a:p>
            <a:pPr algn="r"/>
            <a:r>
              <a:rPr lang="es-CL" noProof="0" dirty="0">
                <a:latin typeface="+mn-lt"/>
              </a:rPr>
              <a:t>Octubre 2026</a:t>
            </a:r>
          </a:p>
          <a:p>
            <a:pPr algn="r"/>
            <a:r>
              <a:rPr lang="es-CL" noProof="0" dirty="0"/>
              <a:t>CAPSTONE_011V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4FAC3926-4AA0-1682-A1A5-8E6C53EBF972}"/>
              </a:ext>
            </a:extLst>
          </p:cNvPr>
          <p:cNvCxnSpPr/>
          <p:nvPr/>
        </p:nvCxnSpPr>
        <p:spPr>
          <a:xfrm>
            <a:off x="701357" y="7362740"/>
            <a:ext cx="14523086" cy="0"/>
          </a:xfrm>
          <a:prstGeom prst="line">
            <a:avLst/>
          </a:prstGeom>
          <a:ln w="41275" cap="rnd">
            <a:solidFill>
              <a:schemeClr val="tx2">
                <a:lumMod val="50000"/>
                <a:lumOff val="5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48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203BC1-7ECB-7309-F72B-140E4D69D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DE17FE5-95A6-5401-FCC5-ACAD38F32101}"/>
              </a:ext>
            </a:extLst>
          </p:cNvPr>
          <p:cNvCxnSpPr>
            <a:cxnSpLocks/>
          </p:cNvCxnSpPr>
          <p:nvPr/>
        </p:nvCxnSpPr>
        <p:spPr>
          <a:xfrm>
            <a:off x="576936" y="1317476"/>
            <a:ext cx="1147446" cy="0"/>
          </a:xfrm>
          <a:prstGeom prst="line">
            <a:avLst/>
          </a:prstGeom>
          <a:ln w="76200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iseño e Inicio del Desarrollo">
            <a:extLst>
              <a:ext uri="{FF2B5EF4-FFF2-40B4-BE49-F238E27FC236}">
                <a16:creationId xmlns:a16="http://schemas.microsoft.com/office/drawing/2014/main" id="{AA5684DB-4719-D391-4295-D0203E3D9CF2}"/>
              </a:ext>
            </a:extLst>
          </p:cNvPr>
          <p:cNvSpPr>
            <a:spLocks noGrp="1"/>
          </p:cNvSpPr>
          <p:nvPr/>
        </p:nvSpPr>
        <p:spPr>
          <a:xfrm>
            <a:off x="576936" y="1585233"/>
            <a:ext cx="599154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r>
              <a:rPr lang="es-CL" sz="240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e Inicio del Desarrollo</a:t>
            </a:r>
          </a:p>
        </p:txBody>
      </p:sp>
      <p:sp>
        <p:nvSpPr>
          <p:cNvPr id="16" name="01">
            <a:extLst>
              <a:ext uri="{FF2B5EF4-FFF2-40B4-BE49-F238E27FC236}">
                <a16:creationId xmlns:a16="http://schemas.microsoft.com/office/drawing/2014/main" id="{D80D59C0-FE16-1320-7148-921E9BBDAA50}"/>
              </a:ext>
            </a:extLst>
          </p:cNvPr>
          <p:cNvSpPr>
            <a:spLocks noGrp="1"/>
          </p:cNvSpPr>
          <p:nvPr/>
        </p:nvSpPr>
        <p:spPr>
          <a:xfrm>
            <a:off x="687466" y="2510429"/>
            <a:ext cx="1147445" cy="86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75" b="1">
                <a:solidFill>
                  <a:srgbClr val="19DCE9"/>
                </a:solidFill>
              </a:defRPr>
            </a:defPPr>
            <a:lvl1pPr>
              <a:defRPr sz="4275" b="1">
                <a:solidFill>
                  <a:srgbClr val="19DCE9"/>
                </a:solidFill>
              </a:defRPr>
            </a:lvl1pPr>
            <a:lvl2pPr>
              <a:defRPr sz="4275" b="1">
                <a:solidFill>
                  <a:srgbClr val="19DCE9"/>
                </a:solidFill>
              </a:defRPr>
            </a:lvl2pPr>
            <a:lvl3pPr>
              <a:defRPr sz="4275" b="1">
                <a:solidFill>
                  <a:srgbClr val="19DCE9"/>
                </a:solidFill>
              </a:defRPr>
            </a:lvl3pPr>
            <a:lvl4pPr>
              <a:defRPr sz="4275" b="1">
                <a:solidFill>
                  <a:srgbClr val="19DCE9"/>
                </a:solidFill>
              </a:defRPr>
            </a:lvl4pPr>
            <a:lvl5pPr>
              <a:defRPr sz="4275" b="1">
                <a:solidFill>
                  <a:srgbClr val="19DCE9"/>
                </a:solidFill>
              </a:defRPr>
            </a:lvl5pPr>
            <a:lvl6pPr>
              <a:defRPr sz="4275" b="1">
                <a:solidFill>
                  <a:srgbClr val="19DCE9"/>
                </a:solidFill>
              </a:defRPr>
            </a:lvl6pPr>
            <a:lvl7pPr>
              <a:defRPr sz="4275" b="1">
                <a:solidFill>
                  <a:srgbClr val="19DCE9"/>
                </a:solidFill>
              </a:defRPr>
            </a:lvl7pPr>
            <a:lvl8pPr>
              <a:defRPr sz="4275" b="1">
                <a:solidFill>
                  <a:srgbClr val="19DCE9"/>
                </a:solidFill>
              </a:defRPr>
            </a:lvl8pPr>
            <a:lvl9pPr>
              <a:defRPr sz="4275" b="1">
                <a:solidFill>
                  <a:srgbClr val="19DCE9"/>
                </a:solidFill>
              </a:defRPr>
            </a:lvl9pPr>
          </a:lstStyle>
          <a:p>
            <a:pPr>
              <a:defRPr sz="4275" b="1">
                <a:solidFill>
                  <a:srgbClr val="19DCE9"/>
                </a:solidFill>
              </a:defRPr>
            </a:pPr>
            <a:r>
              <a:rPr lang="es-CL" sz="6000" b="1" noProof="0" dirty="0">
                <a:solidFill>
                  <a:srgbClr val="19DCE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C640D2C6-35EE-A824-938F-ACCEFA5C6604}"/>
              </a:ext>
            </a:extLst>
          </p:cNvPr>
          <p:cNvSpPr>
            <a:spLocks noGrp="1"/>
          </p:cNvSpPr>
          <p:nvPr/>
        </p:nvSpPr>
        <p:spPr>
          <a:xfrm>
            <a:off x="655400" y="3897755"/>
            <a:ext cx="1147445" cy="9994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75" b="1">
                <a:solidFill>
                  <a:srgbClr val="19DCE9"/>
                </a:solidFill>
              </a:defRPr>
            </a:defPPr>
            <a:lvl1pPr>
              <a:defRPr sz="4275" b="1">
                <a:solidFill>
                  <a:srgbClr val="19DCE9"/>
                </a:solidFill>
              </a:defRPr>
            </a:lvl1pPr>
            <a:lvl2pPr>
              <a:defRPr sz="4275" b="1">
                <a:solidFill>
                  <a:srgbClr val="19DCE9"/>
                </a:solidFill>
              </a:defRPr>
            </a:lvl2pPr>
            <a:lvl3pPr>
              <a:defRPr sz="4275" b="1">
                <a:solidFill>
                  <a:srgbClr val="19DCE9"/>
                </a:solidFill>
              </a:defRPr>
            </a:lvl3pPr>
            <a:lvl4pPr>
              <a:defRPr sz="4275" b="1">
                <a:solidFill>
                  <a:srgbClr val="19DCE9"/>
                </a:solidFill>
              </a:defRPr>
            </a:lvl4pPr>
            <a:lvl5pPr>
              <a:defRPr sz="4275" b="1">
                <a:solidFill>
                  <a:srgbClr val="19DCE9"/>
                </a:solidFill>
              </a:defRPr>
            </a:lvl5pPr>
            <a:lvl6pPr>
              <a:defRPr sz="4275" b="1">
                <a:solidFill>
                  <a:srgbClr val="19DCE9"/>
                </a:solidFill>
              </a:defRPr>
            </a:lvl6pPr>
            <a:lvl7pPr>
              <a:defRPr sz="4275" b="1">
                <a:solidFill>
                  <a:srgbClr val="19DCE9"/>
                </a:solidFill>
              </a:defRPr>
            </a:lvl7pPr>
            <a:lvl8pPr>
              <a:defRPr sz="4275" b="1">
                <a:solidFill>
                  <a:srgbClr val="19DCE9"/>
                </a:solidFill>
              </a:defRPr>
            </a:lvl8pPr>
            <a:lvl9pPr>
              <a:defRPr sz="4275" b="1">
                <a:solidFill>
                  <a:srgbClr val="19DCE9"/>
                </a:solidFill>
              </a:defRPr>
            </a:lvl9pPr>
          </a:lstStyle>
          <a:p>
            <a:r>
              <a:rPr lang="es-CL" sz="6000" noProof="0" dirty="0">
                <a:latin typeface="Consolas" panose="020B0609020204030204" pitchFamily="49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0" name="05">
            <a:extLst>
              <a:ext uri="{FF2B5EF4-FFF2-40B4-BE49-F238E27FC236}">
                <a16:creationId xmlns:a16="http://schemas.microsoft.com/office/drawing/2014/main" id="{8885B4A8-0CEC-D69A-CFFE-7E6B7D75F356}"/>
              </a:ext>
            </a:extLst>
          </p:cNvPr>
          <p:cNvSpPr>
            <a:spLocks noGrp="1"/>
          </p:cNvSpPr>
          <p:nvPr/>
        </p:nvSpPr>
        <p:spPr>
          <a:xfrm>
            <a:off x="655400" y="5294758"/>
            <a:ext cx="1147445" cy="9994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75" b="1">
                <a:solidFill>
                  <a:srgbClr val="19DCE9"/>
                </a:solidFill>
              </a:defRPr>
            </a:defPPr>
            <a:lvl1pPr>
              <a:defRPr sz="4275" b="1">
                <a:solidFill>
                  <a:srgbClr val="19DCE9"/>
                </a:solidFill>
              </a:defRPr>
            </a:lvl1pPr>
            <a:lvl2pPr>
              <a:defRPr sz="4275" b="1">
                <a:solidFill>
                  <a:srgbClr val="19DCE9"/>
                </a:solidFill>
              </a:defRPr>
            </a:lvl2pPr>
            <a:lvl3pPr>
              <a:defRPr sz="4275" b="1">
                <a:solidFill>
                  <a:srgbClr val="19DCE9"/>
                </a:solidFill>
              </a:defRPr>
            </a:lvl3pPr>
            <a:lvl4pPr>
              <a:defRPr sz="4275" b="1">
                <a:solidFill>
                  <a:srgbClr val="19DCE9"/>
                </a:solidFill>
              </a:defRPr>
            </a:lvl4pPr>
            <a:lvl5pPr>
              <a:defRPr sz="4275" b="1">
                <a:solidFill>
                  <a:srgbClr val="19DCE9"/>
                </a:solidFill>
              </a:defRPr>
            </a:lvl5pPr>
            <a:lvl6pPr>
              <a:defRPr sz="4275" b="1">
                <a:solidFill>
                  <a:srgbClr val="19DCE9"/>
                </a:solidFill>
              </a:defRPr>
            </a:lvl6pPr>
            <a:lvl7pPr>
              <a:defRPr sz="4275" b="1">
                <a:solidFill>
                  <a:srgbClr val="19DCE9"/>
                </a:solidFill>
              </a:defRPr>
            </a:lvl7pPr>
            <a:lvl8pPr>
              <a:defRPr sz="4275" b="1">
                <a:solidFill>
                  <a:srgbClr val="19DCE9"/>
                </a:solidFill>
              </a:defRPr>
            </a:lvl8pPr>
            <a:lvl9pPr>
              <a:defRPr sz="4275" b="1">
                <a:solidFill>
                  <a:srgbClr val="19DCE9"/>
                </a:solidFill>
              </a:defRPr>
            </a:lvl9pPr>
          </a:lstStyle>
          <a:p>
            <a:r>
              <a:rPr lang="es-CL" sz="6000" noProof="0" dirty="0">
                <a:latin typeface="Consolas" panose="020B0609020204030204" pitchFamily="49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07">
            <a:extLst>
              <a:ext uri="{FF2B5EF4-FFF2-40B4-BE49-F238E27FC236}">
                <a16:creationId xmlns:a16="http://schemas.microsoft.com/office/drawing/2014/main" id="{13CE48F0-BAB3-09DE-B07D-5BA7D8E0624C}"/>
              </a:ext>
            </a:extLst>
          </p:cNvPr>
          <p:cNvSpPr>
            <a:spLocks noGrp="1"/>
          </p:cNvSpPr>
          <p:nvPr/>
        </p:nvSpPr>
        <p:spPr>
          <a:xfrm>
            <a:off x="655399" y="6691761"/>
            <a:ext cx="1147445" cy="875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75" b="1">
                <a:solidFill>
                  <a:srgbClr val="19DCE9"/>
                </a:solidFill>
              </a:defRPr>
            </a:defPPr>
            <a:lvl1pPr>
              <a:defRPr sz="4275" b="1">
                <a:solidFill>
                  <a:srgbClr val="19DCE9"/>
                </a:solidFill>
              </a:defRPr>
            </a:lvl1pPr>
            <a:lvl2pPr>
              <a:defRPr sz="4275" b="1">
                <a:solidFill>
                  <a:srgbClr val="19DCE9"/>
                </a:solidFill>
              </a:defRPr>
            </a:lvl2pPr>
            <a:lvl3pPr>
              <a:defRPr sz="4275" b="1">
                <a:solidFill>
                  <a:srgbClr val="19DCE9"/>
                </a:solidFill>
              </a:defRPr>
            </a:lvl3pPr>
            <a:lvl4pPr>
              <a:defRPr sz="4275" b="1">
                <a:solidFill>
                  <a:srgbClr val="19DCE9"/>
                </a:solidFill>
              </a:defRPr>
            </a:lvl4pPr>
            <a:lvl5pPr>
              <a:defRPr sz="4275" b="1">
                <a:solidFill>
                  <a:srgbClr val="19DCE9"/>
                </a:solidFill>
              </a:defRPr>
            </a:lvl5pPr>
            <a:lvl6pPr>
              <a:defRPr sz="4275" b="1">
                <a:solidFill>
                  <a:srgbClr val="19DCE9"/>
                </a:solidFill>
              </a:defRPr>
            </a:lvl6pPr>
            <a:lvl7pPr>
              <a:defRPr sz="4275" b="1">
                <a:solidFill>
                  <a:srgbClr val="19DCE9"/>
                </a:solidFill>
              </a:defRPr>
            </a:lvl7pPr>
            <a:lvl8pPr>
              <a:defRPr sz="4275" b="1">
                <a:solidFill>
                  <a:srgbClr val="19DCE9"/>
                </a:solidFill>
              </a:defRPr>
            </a:lvl8pPr>
            <a:lvl9pPr>
              <a:defRPr sz="4275" b="1">
                <a:solidFill>
                  <a:srgbClr val="19DCE9"/>
                </a:solidFill>
              </a:defRPr>
            </a:lvl9pPr>
          </a:lstStyle>
          <a:p>
            <a:r>
              <a:rPr lang="es-CL" sz="6000" noProof="0" dirty="0">
                <a:latin typeface="Consolas" panose="020B0609020204030204" pitchFamily="49" charset="0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24" name="02">
            <a:extLst>
              <a:ext uri="{FF2B5EF4-FFF2-40B4-BE49-F238E27FC236}">
                <a16:creationId xmlns:a16="http://schemas.microsoft.com/office/drawing/2014/main" id="{0147C9A4-623A-D57C-D2BF-A5EB92720E7A}"/>
              </a:ext>
            </a:extLst>
          </p:cNvPr>
          <p:cNvSpPr>
            <a:spLocks noGrp="1"/>
          </p:cNvSpPr>
          <p:nvPr/>
        </p:nvSpPr>
        <p:spPr>
          <a:xfrm>
            <a:off x="7928280" y="2488709"/>
            <a:ext cx="1298414" cy="885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75" b="1">
                <a:solidFill>
                  <a:srgbClr val="19DCE9"/>
                </a:solidFill>
              </a:defRPr>
            </a:defPPr>
            <a:lvl1pPr>
              <a:defRPr sz="4275" b="1">
                <a:solidFill>
                  <a:srgbClr val="19DCE9"/>
                </a:solidFill>
              </a:defRPr>
            </a:lvl1pPr>
            <a:lvl2pPr>
              <a:defRPr sz="4275" b="1">
                <a:solidFill>
                  <a:srgbClr val="19DCE9"/>
                </a:solidFill>
              </a:defRPr>
            </a:lvl2pPr>
            <a:lvl3pPr>
              <a:defRPr sz="4275" b="1">
                <a:solidFill>
                  <a:srgbClr val="19DCE9"/>
                </a:solidFill>
              </a:defRPr>
            </a:lvl3pPr>
            <a:lvl4pPr>
              <a:defRPr sz="4275" b="1">
                <a:solidFill>
                  <a:srgbClr val="19DCE9"/>
                </a:solidFill>
              </a:defRPr>
            </a:lvl4pPr>
            <a:lvl5pPr>
              <a:defRPr sz="4275" b="1">
                <a:solidFill>
                  <a:srgbClr val="19DCE9"/>
                </a:solidFill>
              </a:defRPr>
            </a:lvl5pPr>
            <a:lvl6pPr>
              <a:defRPr sz="4275" b="1">
                <a:solidFill>
                  <a:srgbClr val="19DCE9"/>
                </a:solidFill>
              </a:defRPr>
            </a:lvl6pPr>
            <a:lvl7pPr>
              <a:defRPr sz="4275" b="1">
                <a:solidFill>
                  <a:srgbClr val="19DCE9"/>
                </a:solidFill>
              </a:defRPr>
            </a:lvl7pPr>
            <a:lvl8pPr>
              <a:defRPr sz="4275" b="1">
                <a:solidFill>
                  <a:srgbClr val="19DCE9"/>
                </a:solidFill>
              </a:defRPr>
            </a:lvl8pPr>
            <a:lvl9pPr>
              <a:defRPr sz="4275" b="1">
                <a:solidFill>
                  <a:srgbClr val="19DCE9"/>
                </a:solidFill>
              </a:defRPr>
            </a:lvl9pPr>
          </a:lstStyle>
          <a:p>
            <a:pPr>
              <a:defRPr sz="4275" b="1">
                <a:solidFill>
                  <a:srgbClr val="19DCE9"/>
                </a:solidFill>
              </a:defRPr>
            </a:pPr>
            <a:r>
              <a:rPr lang="es-CL" sz="6600" b="1" noProof="0" dirty="0">
                <a:solidFill>
                  <a:srgbClr val="19DCE9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26" name="04">
            <a:extLst>
              <a:ext uri="{FF2B5EF4-FFF2-40B4-BE49-F238E27FC236}">
                <a16:creationId xmlns:a16="http://schemas.microsoft.com/office/drawing/2014/main" id="{628A7E99-530F-DF8A-40FA-F5EE9A21BA38}"/>
              </a:ext>
            </a:extLst>
          </p:cNvPr>
          <p:cNvSpPr>
            <a:spLocks noGrp="1"/>
          </p:cNvSpPr>
          <p:nvPr/>
        </p:nvSpPr>
        <p:spPr>
          <a:xfrm>
            <a:off x="7928280" y="3858394"/>
            <a:ext cx="1298414" cy="9518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75" b="1">
                <a:solidFill>
                  <a:srgbClr val="19DCE9"/>
                </a:solidFill>
              </a:defRPr>
            </a:defPPr>
            <a:lvl1pPr>
              <a:defRPr sz="4275" b="1">
                <a:solidFill>
                  <a:srgbClr val="19DCE9"/>
                </a:solidFill>
              </a:defRPr>
            </a:lvl1pPr>
            <a:lvl2pPr>
              <a:defRPr sz="4275" b="1">
                <a:solidFill>
                  <a:srgbClr val="19DCE9"/>
                </a:solidFill>
              </a:defRPr>
            </a:lvl2pPr>
            <a:lvl3pPr>
              <a:defRPr sz="4275" b="1">
                <a:solidFill>
                  <a:srgbClr val="19DCE9"/>
                </a:solidFill>
              </a:defRPr>
            </a:lvl3pPr>
            <a:lvl4pPr>
              <a:defRPr sz="4275" b="1">
                <a:solidFill>
                  <a:srgbClr val="19DCE9"/>
                </a:solidFill>
              </a:defRPr>
            </a:lvl4pPr>
            <a:lvl5pPr>
              <a:defRPr sz="4275" b="1">
                <a:solidFill>
                  <a:srgbClr val="19DCE9"/>
                </a:solidFill>
              </a:defRPr>
            </a:lvl5pPr>
            <a:lvl6pPr>
              <a:defRPr sz="4275" b="1">
                <a:solidFill>
                  <a:srgbClr val="19DCE9"/>
                </a:solidFill>
              </a:defRPr>
            </a:lvl6pPr>
            <a:lvl7pPr>
              <a:defRPr sz="4275" b="1">
                <a:solidFill>
                  <a:srgbClr val="19DCE9"/>
                </a:solidFill>
              </a:defRPr>
            </a:lvl7pPr>
            <a:lvl8pPr>
              <a:defRPr sz="4275" b="1">
                <a:solidFill>
                  <a:srgbClr val="19DCE9"/>
                </a:solidFill>
              </a:defRPr>
            </a:lvl8pPr>
            <a:lvl9pPr>
              <a:defRPr sz="4275" b="1">
                <a:solidFill>
                  <a:srgbClr val="19DCE9"/>
                </a:solidFill>
              </a:defRPr>
            </a:lvl9pPr>
          </a:lstStyle>
          <a:p>
            <a:pPr>
              <a:defRPr sz="4275" b="1">
                <a:solidFill>
                  <a:srgbClr val="19DCE9"/>
                </a:solidFill>
              </a:defRPr>
            </a:pPr>
            <a:r>
              <a:rPr lang="es-CL" sz="6600" b="1" noProof="0" dirty="0">
                <a:solidFill>
                  <a:srgbClr val="19DCE9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8" name="06">
            <a:extLst>
              <a:ext uri="{FF2B5EF4-FFF2-40B4-BE49-F238E27FC236}">
                <a16:creationId xmlns:a16="http://schemas.microsoft.com/office/drawing/2014/main" id="{F6E144AD-ADD3-4344-4F19-D61CB5B2F8E5}"/>
              </a:ext>
            </a:extLst>
          </p:cNvPr>
          <p:cNvSpPr>
            <a:spLocks noGrp="1"/>
          </p:cNvSpPr>
          <p:nvPr/>
        </p:nvSpPr>
        <p:spPr>
          <a:xfrm>
            <a:off x="7928280" y="5294758"/>
            <a:ext cx="1298414" cy="8485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75" b="1">
                <a:solidFill>
                  <a:srgbClr val="19DCE9"/>
                </a:solidFill>
              </a:defRPr>
            </a:defPPr>
            <a:lvl1pPr>
              <a:defRPr sz="4275" b="1">
                <a:solidFill>
                  <a:srgbClr val="19DCE9"/>
                </a:solidFill>
              </a:defRPr>
            </a:lvl1pPr>
            <a:lvl2pPr>
              <a:defRPr sz="4275" b="1">
                <a:solidFill>
                  <a:srgbClr val="19DCE9"/>
                </a:solidFill>
              </a:defRPr>
            </a:lvl2pPr>
            <a:lvl3pPr>
              <a:defRPr sz="4275" b="1">
                <a:solidFill>
                  <a:srgbClr val="19DCE9"/>
                </a:solidFill>
              </a:defRPr>
            </a:lvl3pPr>
            <a:lvl4pPr>
              <a:defRPr sz="4275" b="1">
                <a:solidFill>
                  <a:srgbClr val="19DCE9"/>
                </a:solidFill>
              </a:defRPr>
            </a:lvl4pPr>
            <a:lvl5pPr>
              <a:defRPr sz="4275" b="1">
                <a:solidFill>
                  <a:srgbClr val="19DCE9"/>
                </a:solidFill>
              </a:defRPr>
            </a:lvl5pPr>
            <a:lvl6pPr>
              <a:defRPr sz="4275" b="1">
                <a:solidFill>
                  <a:srgbClr val="19DCE9"/>
                </a:solidFill>
              </a:defRPr>
            </a:lvl6pPr>
            <a:lvl7pPr>
              <a:defRPr sz="4275" b="1">
                <a:solidFill>
                  <a:srgbClr val="19DCE9"/>
                </a:solidFill>
              </a:defRPr>
            </a:lvl7pPr>
            <a:lvl8pPr>
              <a:defRPr sz="4275" b="1">
                <a:solidFill>
                  <a:srgbClr val="19DCE9"/>
                </a:solidFill>
              </a:defRPr>
            </a:lvl8pPr>
            <a:lvl9pPr>
              <a:defRPr sz="4275" b="1">
                <a:solidFill>
                  <a:srgbClr val="19DCE9"/>
                </a:solidFill>
              </a:defRPr>
            </a:lvl9pPr>
          </a:lstStyle>
          <a:p>
            <a:pPr>
              <a:defRPr sz="4275" b="1">
                <a:solidFill>
                  <a:srgbClr val="19DCE9"/>
                </a:solidFill>
              </a:defRPr>
            </a:pPr>
            <a:r>
              <a:rPr lang="es-CL" sz="6000" b="1" noProof="0" dirty="0">
                <a:solidFill>
                  <a:srgbClr val="19DCE9"/>
                </a:solidFill>
                <a:latin typeface="Consolas" panose="020B0609020204030204" pitchFamily="49" charset="0"/>
              </a:rPr>
              <a:t>06</a:t>
            </a:r>
          </a:p>
        </p:txBody>
      </p:sp>
      <p:sp>
        <p:nvSpPr>
          <p:cNvPr id="30" name="08">
            <a:extLst>
              <a:ext uri="{FF2B5EF4-FFF2-40B4-BE49-F238E27FC236}">
                <a16:creationId xmlns:a16="http://schemas.microsoft.com/office/drawing/2014/main" id="{A8A6AA83-8306-A271-5918-B33C06EF2654}"/>
              </a:ext>
            </a:extLst>
          </p:cNvPr>
          <p:cNvSpPr>
            <a:spLocks noGrp="1"/>
          </p:cNvSpPr>
          <p:nvPr/>
        </p:nvSpPr>
        <p:spPr>
          <a:xfrm>
            <a:off x="7928280" y="6691761"/>
            <a:ext cx="1298414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75" b="1">
                <a:solidFill>
                  <a:srgbClr val="19DCE9"/>
                </a:solidFill>
              </a:defRPr>
            </a:defPPr>
            <a:lvl1pPr>
              <a:defRPr sz="4275" b="1">
                <a:solidFill>
                  <a:srgbClr val="19DCE9"/>
                </a:solidFill>
              </a:defRPr>
            </a:lvl1pPr>
            <a:lvl2pPr>
              <a:defRPr sz="4275" b="1">
                <a:solidFill>
                  <a:srgbClr val="19DCE9"/>
                </a:solidFill>
              </a:defRPr>
            </a:lvl2pPr>
            <a:lvl3pPr>
              <a:defRPr sz="4275" b="1">
                <a:solidFill>
                  <a:srgbClr val="19DCE9"/>
                </a:solidFill>
              </a:defRPr>
            </a:lvl3pPr>
            <a:lvl4pPr>
              <a:defRPr sz="4275" b="1">
                <a:solidFill>
                  <a:srgbClr val="19DCE9"/>
                </a:solidFill>
              </a:defRPr>
            </a:lvl4pPr>
            <a:lvl5pPr>
              <a:defRPr sz="4275" b="1">
                <a:solidFill>
                  <a:srgbClr val="19DCE9"/>
                </a:solidFill>
              </a:defRPr>
            </a:lvl5pPr>
            <a:lvl6pPr>
              <a:defRPr sz="4275" b="1">
                <a:solidFill>
                  <a:srgbClr val="19DCE9"/>
                </a:solidFill>
              </a:defRPr>
            </a:lvl6pPr>
            <a:lvl7pPr>
              <a:defRPr sz="4275" b="1">
                <a:solidFill>
                  <a:srgbClr val="19DCE9"/>
                </a:solidFill>
              </a:defRPr>
            </a:lvl7pPr>
            <a:lvl8pPr>
              <a:defRPr sz="4275" b="1">
                <a:solidFill>
                  <a:srgbClr val="19DCE9"/>
                </a:solidFill>
              </a:defRPr>
            </a:lvl8pPr>
            <a:lvl9pPr>
              <a:defRPr sz="4275" b="1">
                <a:solidFill>
                  <a:srgbClr val="19DCE9"/>
                </a:solidFill>
              </a:defRPr>
            </a:lvl9pPr>
          </a:lstStyle>
          <a:p>
            <a:pPr>
              <a:defRPr sz="4275" b="1">
                <a:solidFill>
                  <a:srgbClr val="19DCE9"/>
                </a:solidFill>
              </a:defRPr>
            </a:pPr>
            <a:r>
              <a:rPr lang="es-CL" sz="6000" b="1" noProof="0" dirty="0">
                <a:solidFill>
                  <a:srgbClr val="19DCE9"/>
                </a:solidFill>
                <a:latin typeface="Consolas" panose="020B0609020204030204" pitchFamily="49" charset="0"/>
              </a:rPr>
              <a:t>08</a:t>
            </a:r>
          </a:p>
        </p:txBody>
      </p:sp>
      <p:grpSp>
        <p:nvGrpSpPr>
          <p:cNvPr id="87" name="Grupo 86">
            <a:extLst>
              <a:ext uri="{FF2B5EF4-FFF2-40B4-BE49-F238E27FC236}">
                <a16:creationId xmlns:a16="http://schemas.microsoft.com/office/drawing/2014/main" id="{9767F86C-4974-A0E4-5DF2-E5E4ED6FFCFE}"/>
              </a:ext>
            </a:extLst>
          </p:cNvPr>
          <p:cNvGrpSpPr/>
          <p:nvPr/>
        </p:nvGrpSpPr>
        <p:grpSpPr>
          <a:xfrm>
            <a:off x="420624" y="128351"/>
            <a:ext cx="15178836" cy="8609986"/>
            <a:chOff x="420624" y="128351"/>
            <a:chExt cx="15178836" cy="8609986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DA7064C1-D7FB-3911-15CA-E23BA44117EA}"/>
                </a:ext>
              </a:extLst>
            </p:cNvPr>
            <p:cNvSpPr txBox="1"/>
            <p:nvPr/>
          </p:nvSpPr>
          <p:spPr>
            <a:xfrm>
              <a:off x="744813" y="128351"/>
              <a:ext cx="26480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spc="300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GATI </a:t>
              </a:r>
              <a:r>
                <a:rPr lang="es-CL" sz="2400" b="1" spc="300" noProof="0" dirty="0">
                  <a:solidFill>
                    <a:schemeClr val="bg1"/>
                  </a:solidFill>
                  <a:cs typeface="Arial" panose="020B0604020202020204" pitchFamily="34" charset="0"/>
                </a:rPr>
                <a:t>·</a:t>
              </a:r>
              <a:r>
                <a:rPr lang="es-CL" sz="1600" b="1" spc="300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ENTREGA 2</a:t>
              </a: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0DD235CD-0077-AC41-9BC9-EF9928297EA6}"/>
                </a:ext>
              </a:extLst>
            </p:cNvPr>
            <p:cNvCxnSpPr/>
            <p:nvPr/>
          </p:nvCxnSpPr>
          <p:spPr>
            <a:xfrm>
              <a:off x="420624" y="8221260"/>
              <a:ext cx="15012000" cy="0"/>
            </a:xfrm>
            <a:prstGeom prst="line">
              <a:avLst/>
            </a:prstGeom>
            <a:ln w="41275" cap="rnd">
              <a:solidFill>
                <a:schemeClr val="tx2">
                  <a:lumMod val="50000"/>
                  <a:lumOff val="50000"/>
                </a:schemeClr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DB34A15F-5857-3C98-479D-7A78F0F474F2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FE1A7FC-0CC2-2187-04D1-26022783606D}"/>
                </a:ext>
              </a:extLst>
            </p:cNvPr>
            <p:cNvSpPr txBox="1"/>
            <p:nvPr/>
          </p:nvSpPr>
          <p:spPr>
            <a:xfrm>
              <a:off x="5522552" y="8445949"/>
              <a:ext cx="488069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3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CAPSTONE · INGENIERÍA EN INFORMÁTICA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34311B4B-6A5D-A830-48DE-0DEAFFDF6E9F}"/>
                </a:ext>
              </a:extLst>
            </p:cNvPr>
            <p:cNvSpPr txBox="1"/>
            <p:nvPr/>
          </p:nvSpPr>
          <p:spPr>
            <a:xfrm>
              <a:off x="15110224" y="8343728"/>
              <a:ext cx="4892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CL"/>
              </a:defPPr>
              <a:lvl1pPr>
                <a:defRPr sz="1300" spc="30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s-CL" sz="1600" noProof="0" dirty="0"/>
                <a:t>02</a:t>
              </a:r>
            </a:p>
          </p:txBody>
        </p:sp>
      </p:grpSp>
      <p:sp>
        <p:nvSpPr>
          <p:cNvPr id="38" name="Contexto y propuesta de valor">
            <a:extLst>
              <a:ext uri="{FF2B5EF4-FFF2-40B4-BE49-F238E27FC236}">
                <a16:creationId xmlns:a16="http://schemas.microsoft.com/office/drawing/2014/main" id="{FC8C2333-2FED-4E59-1D7F-FC3F55964901}"/>
              </a:ext>
            </a:extLst>
          </p:cNvPr>
          <p:cNvSpPr>
            <a:spLocks noGrp="1"/>
          </p:cNvSpPr>
          <p:nvPr/>
        </p:nvSpPr>
        <p:spPr>
          <a:xfrm>
            <a:off x="2068829" y="2664420"/>
            <a:ext cx="6563441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>
            <a:pPr>
              <a:defRPr sz="2250" b="1">
                <a:solidFill>
                  <a:srgbClr val="FFFFFF"/>
                </a:solidFill>
              </a:defRPr>
            </a:pPr>
            <a:r>
              <a:rPr lang="es-CL" sz="2400" spc="-150" noProof="0" dirty="0">
                <a:solidFill>
                  <a:srgbClr val="FFFFFF"/>
                </a:solidFill>
                <a:latin typeface="Arial Black" panose="020B0A04020102020204" pitchFamily="34" charset="0"/>
              </a:rPr>
              <a:t>Contexto y propuesta de valor</a:t>
            </a:r>
          </a:p>
        </p:txBody>
      </p:sp>
      <p:sp>
        <p:nvSpPr>
          <p:cNvPr id="40" name="Necesidad organizacional y objetivo">
            <a:extLst>
              <a:ext uri="{FF2B5EF4-FFF2-40B4-BE49-F238E27FC236}">
                <a16:creationId xmlns:a16="http://schemas.microsoft.com/office/drawing/2014/main" id="{4B3218D5-7D7B-9AB9-4153-D26E2D996D41}"/>
              </a:ext>
            </a:extLst>
          </p:cNvPr>
          <p:cNvSpPr>
            <a:spLocks noGrp="1"/>
          </p:cNvSpPr>
          <p:nvPr/>
        </p:nvSpPr>
        <p:spPr>
          <a:xfrm>
            <a:off x="2095334" y="3129074"/>
            <a:ext cx="361196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4D5F0"/>
                </a:solidFill>
              </a:defRPr>
            </a:defPPr>
            <a:lvl1pPr>
              <a:defRPr sz="1725" b="0">
                <a:solidFill>
                  <a:srgbClr val="B4D5F0"/>
                </a:solidFill>
              </a:defRPr>
            </a:lvl1pPr>
            <a:lvl2pPr>
              <a:defRPr sz="1725" b="0">
                <a:solidFill>
                  <a:srgbClr val="B4D5F0"/>
                </a:solidFill>
              </a:defRPr>
            </a:lvl2pPr>
            <a:lvl3pPr>
              <a:defRPr sz="1725" b="0">
                <a:solidFill>
                  <a:srgbClr val="B4D5F0"/>
                </a:solidFill>
              </a:defRPr>
            </a:lvl3pPr>
            <a:lvl4pPr>
              <a:defRPr sz="1725" b="0">
                <a:solidFill>
                  <a:srgbClr val="B4D5F0"/>
                </a:solidFill>
              </a:defRPr>
            </a:lvl4pPr>
            <a:lvl5pPr>
              <a:defRPr sz="1725" b="0">
                <a:solidFill>
                  <a:srgbClr val="B4D5F0"/>
                </a:solidFill>
              </a:defRPr>
            </a:lvl5pPr>
            <a:lvl6pPr>
              <a:defRPr sz="1725" b="0">
                <a:solidFill>
                  <a:srgbClr val="B4D5F0"/>
                </a:solidFill>
              </a:defRPr>
            </a:lvl6pPr>
            <a:lvl7pPr>
              <a:defRPr sz="1725" b="0">
                <a:solidFill>
                  <a:srgbClr val="B4D5F0"/>
                </a:solidFill>
              </a:defRPr>
            </a:lvl7pPr>
            <a:lvl8pPr>
              <a:defRPr sz="1725" b="0">
                <a:solidFill>
                  <a:srgbClr val="B4D5F0"/>
                </a:solidFill>
              </a:defRPr>
            </a:lvl8pPr>
            <a:lvl9pPr>
              <a:defRPr sz="1725" b="0">
                <a:solidFill>
                  <a:srgbClr val="B4D5F0"/>
                </a:solidFill>
              </a:defRPr>
            </a:lvl9pPr>
          </a:lstStyle>
          <a:p>
            <a:pPr>
              <a:defRPr sz="1725" b="0">
                <a:solidFill>
                  <a:srgbClr val="B4D5F0"/>
                </a:solidFill>
              </a:defRPr>
            </a:pPr>
            <a:r>
              <a:rPr lang="es-CL" sz="1725" b="0" noProof="0" dirty="0">
                <a:solidFill>
                  <a:srgbClr val="B4D5F0"/>
                </a:solidFill>
              </a:rPr>
              <a:t>Necesidad organizacional y objetivo</a:t>
            </a:r>
          </a:p>
        </p:txBody>
      </p:sp>
      <p:sp>
        <p:nvSpPr>
          <p:cNvPr id="42" name="Arquitectura general y modelo 4+1">
            <a:extLst>
              <a:ext uri="{FF2B5EF4-FFF2-40B4-BE49-F238E27FC236}">
                <a16:creationId xmlns:a16="http://schemas.microsoft.com/office/drawing/2014/main" id="{B38CDAC1-4331-CD7D-AA0F-DBD124E706DF}"/>
              </a:ext>
            </a:extLst>
          </p:cNvPr>
          <p:cNvSpPr>
            <a:spLocks noGrp="1"/>
          </p:cNvSpPr>
          <p:nvPr/>
        </p:nvSpPr>
        <p:spPr>
          <a:xfrm>
            <a:off x="2095334" y="4052501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>
            <a:r>
              <a:rPr lang="es-CL" sz="2400" spc="-150" noProof="0" dirty="0">
                <a:latin typeface="Arial Black" panose="020B0A04020102020204" pitchFamily="34" charset="0"/>
              </a:rPr>
              <a:t>Arquitectura general y modelo 4+1</a:t>
            </a:r>
          </a:p>
        </p:txBody>
      </p:sp>
      <p:sp>
        <p:nvSpPr>
          <p:cNvPr id="44" name="Organización de la solución y sus vistas">
            <a:extLst>
              <a:ext uri="{FF2B5EF4-FFF2-40B4-BE49-F238E27FC236}">
                <a16:creationId xmlns:a16="http://schemas.microsoft.com/office/drawing/2014/main" id="{F54D2164-AE5C-9884-BB3E-D89412F8D601}"/>
              </a:ext>
            </a:extLst>
          </p:cNvPr>
          <p:cNvSpPr>
            <a:spLocks noGrp="1"/>
          </p:cNvSpPr>
          <p:nvPr/>
        </p:nvSpPr>
        <p:spPr>
          <a:xfrm>
            <a:off x="2095333" y="4535777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4D5F0"/>
                </a:solidFill>
              </a:defRPr>
            </a:defPPr>
            <a:lvl1pPr>
              <a:defRPr sz="1725" b="0">
                <a:solidFill>
                  <a:srgbClr val="B4D5F0"/>
                </a:solidFill>
              </a:defRPr>
            </a:lvl1pPr>
            <a:lvl2pPr>
              <a:defRPr sz="1725" b="0">
                <a:solidFill>
                  <a:srgbClr val="B4D5F0"/>
                </a:solidFill>
              </a:defRPr>
            </a:lvl2pPr>
            <a:lvl3pPr>
              <a:defRPr sz="1725" b="0">
                <a:solidFill>
                  <a:srgbClr val="B4D5F0"/>
                </a:solidFill>
              </a:defRPr>
            </a:lvl3pPr>
            <a:lvl4pPr>
              <a:defRPr sz="1725" b="0">
                <a:solidFill>
                  <a:srgbClr val="B4D5F0"/>
                </a:solidFill>
              </a:defRPr>
            </a:lvl4pPr>
            <a:lvl5pPr>
              <a:defRPr sz="1725" b="0">
                <a:solidFill>
                  <a:srgbClr val="B4D5F0"/>
                </a:solidFill>
              </a:defRPr>
            </a:lvl5pPr>
            <a:lvl6pPr>
              <a:defRPr sz="1725" b="0">
                <a:solidFill>
                  <a:srgbClr val="B4D5F0"/>
                </a:solidFill>
              </a:defRPr>
            </a:lvl6pPr>
            <a:lvl7pPr>
              <a:defRPr sz="1725" b="0">
                <a:solidFill>
                  <a:srgbClr val="B4D5F0"/>
                </a:solidFill>
              </a:defRPr>
            </a:lvl7pPr>
            <a:lvl8pPr>
              <a:defRPr sz="1725" b="0">
                <a:solidFill>
                  <a:srgbClr val="B4D5F0"/>
                </a:solidFill>
              </a:defRPr>
            </a:lvl8pPr>
            <a:lvl9pPr>
              <a:defRPr sz="1725" b="0">
                <a:solidFill>
                  <a:srgbClr val="B4D5F0"/>
                </a:solidFill>
              </a:defRPr>
            </a:lvl9pPr>
          </a:lstStyle>
          <a:p>
            <a:r>
              <a:rPr lang="es-CL" noProof="0" dirty="0"/>
              <a:t>Organización de la solución y sus vistas</a:t>
            </a:r>
          </a:p>
        </p:txBody>
      </p:sp>
      <p:sp>
        <p:nvSpPr>
          <p:cNvPr id="46" name="Vista lógica y modelo de datos">
            <a:extLst>
              <a:ext uri="{FF2B5EF4-FFF2-40B4-BE49-F238E27FC236}">
                <a16:creationId xmlns:a16="http://schemas.microsoft.com/office/drawing/2014/main" id="{6CA6629B-76AE-9C6F-591B-ECD9DD60F392}"/>
              </a:ext>
            </a:extLst>
          </p:cNvPr>
          <p:cNvSpPr>
            <a:spLocks noGrp="1"/>
          </p:cNvSpPr>
          <p:nvPr/>
        </p:nvSpPr>
        <p:spPr>
          <a:xfrm>
            <a:off x="2095332" y="5411758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>
            <a:r>
              <a:rPr lang="es-CL" sz="2400" spc="-150" noProof="0" dirty="0">
                <a:latin typeface="Arial Black" panose="020B0A04020102020204" pitchFamily="34" charset="0"/>
              </a:rPr>
              <a:t>Vista lógica y modelo de datos</a:t>
            </a:r>
          </a:p>
        </p:txBody>
      </p:sp>
      <p:sp>
        <p:nvSpPr>
          <p:cNvPr id="48" name="Conceptos del dominio y Firestore">
            <a:extLst>
              <a:ext uri="{FF2B5EF4-FFF2-40B4-BE49-F238E27FC236}">
                <a16:creationId xmlns:a16="http://schemas.microsoft.com/office/drawing/2014/main" id="{05CF274B-581E-E044-F643-5EC912CD51B6}"/>
              </a:ext>
            </a:extLst>
          </p:cNvPr>
          <p:cNvSpPr>
            <a:spLocks noGrp="1"/>
          </p:cNvSpPr>
          <p:nvPr/>
        </p:nvSpPr>
        <p:spPr>
          <a:xfrm>
            <a:off x="2095332" y="5893602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4D5F0"/>
                </a:solidFill>
              </a:defRPr>
            </a:defPPr>
            <a:lvl1pPr>
              <a:defRPr sz="1725" b="0">
                <a:solidFill>
                  <a:srgbClr val="B4D5F0"/>
                </a:solidFill>
              </a:defRPr>
            </a:lvl1pPr>
            <a:lvl2pPr>
              <a:defRPr sz="1725" b="0">
                <a:solidFill>
                  <a:srgbClr val="B4D5F0"/>
                </a:solidFill>
              </a:defRPr>
            </a:lvl2pPr>
            <a:lvl3pPr>
              <a:defRPr sz="1725" b="0">
                <a:solidFill>
                  <a:srgbClr val="B4D5F0"/>
                </a:solidFill>
              </a:defRPr>
            </a:lvl3pPr>
            <a:lvl4pPr>
              <a:defRPr sz="1725" b="0">
                <a:solidFill>
                  <a:srgbClr val="B4D5F0"/>
                </a:solidFill>
              </a:defRPr>
            </a:lvl4pPr>
            <a:lvl5pPr>
              <a:defRPr sz="1725" b="0">
                <a:solidFill>
                  <a:srgbClr val="B4D5F0"/>
                </a:solidFill>
              </a:defRPr>
            </a:lvl5pPr>
            <a:lvl6pPr>
              <a:defRPr sz="1725" b="0">
                <a:solidFill>
                  <a:srgbClr val="B4D5F0"/>
                </a:solidFill>
              </a:defRPr>
            </a:lvl6pPr>
            <a:lvl7pPr>
              <a:defRPr sz="1725" b="0">
                <a:solidFill>
                  <a:srgbClr val="B4D5F0"/>
                </a:solidFill>
              </a:defRPr>
            </a:lvl7pPr>
            <a:lvl8pPr>
              <a:defRPr sz="1725" b="0">
                <a:solidFill>
                  <a:srgbClr val="B4D5F0"/>
                </a:solidFill>
              </a:defRPr>
            </a:lvl8pPr>
            <a:lvl9pPr>
              <a:defRPr sz="1725" b="0">
                <a:solidFill>
                  <a:srgbClr val="B4D5F0"/>
                </a:solidFill>
              </a:defRPr>
            </a:lvl9pPr>
          </a:lstStyle>
          <a:p>
            <a:pPr>
              <a:defRPr sz="1725" b="0">
                <a:solidFill>
                  <a:srgbClr val="B4D5F0"/>
                </a:solidFill>
              </a:defRPr>
            </a:pPr>
            <a:r>
              <a:rPr lang="es-CL" sz="1725" b="0" noProof="0" dirty="0">
                <a:solidFill>
                  <a:srgbClr val="B4D5F0"/>
                </a:solidFill>
              </a:rPr>
              <a:t>Conceptos del dominio y Firestore</a:t>
            </a:r>
          </a:p>
        </p:txBody>
      </p:sp>
      <p:sp>
        <p:nvSpPr>
          <p:cNvPr id="50" name="Interfaces y evidencia de desarrollo">
            <a:extLst>
              <a:ext uri="{FF2B5EF4-FFF2-40B4-BE49-F238E27FC236}">
                <a16:creationId xmlns:a16="http://schemas.microsoft.com/office/drawing/2014/main" id="{C332969F-7423-FC20-7623-91F731B48C1D}"/>
              </a:ext>
            </a:extLst>
          </p:cNvPr>
          <p:cNvSpPr>
            <a:spLocks noGrp="1"/>
          </p:cNvSpPr>
          <p:nvPr/>
        </p:nvSpPr>
        <p:spPr>
          <a:xfrm>
            <a:off x="2095331" y="6842108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>
            <a:r>
              <a:rPr lang="es-CL" sz="2400" spc="-150" noProof="0" dirty="0">
                <a:latin typeface="Arial Black" panose="020B0A04020102020204" pitchFamily="34" charset="0"/>
              </a:rPr>
              <a:t>Interfaces y evidencia de desarrollo</a:t>
            </a:r>
          </a:p>
        </p:txBody>
      </p:sp>
      <p:sp>
        <p:nvSpPr>
          <p:cNvPr id="52" name="Diseño web/móvil y demostración">
            <a:extLst>
              <a:ext uri="{FF2B5EF4-FFF2-40B4-BE49-F238E27FC236}">
                <a16:creationId xmlns:a16="http://schemas.microsoft.com/office/drawing/2014/main" id="{00F8BD9A-935B-5B4A-E2BF-22F04E739255}"/>
              </a:ext>
            </a:extLst>
          </p:cNvPr>
          <p:cNvSpPr>
            <a:spLocks noGrp="1"/>
          </p:cNvSpPr>
          <p:nvPr/>
        </p:nvSpPr>
        <p:spPr>
          <a:xfrm>
            <a:off x="2095331" y="7317784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4D5F0"/>
                </a:solidFill>
              </a:defRPr>
            </a:defPPr>
            <a:lvl1pPr>
              <a:defRPr sz="1725" b="0">
                <a:solidFill>
                  <a:srgbClr val="B4D5F0"/>
                </a:solidFill>
              </a:defRPr>
            </a:lvl1pPr>
            <a:lvl2pPr>
              <a:defRPr sz="1725" b="0">
                <a:solidFill>
                  <a:srgbClr val="B4D5F0"/>
                </a:solidFill>
              </a:defRPr>
            </a:lvl2pPr>
            <a:lvl3pPr>
              <a:defRPr sz="1725" b="0">
                <a:solidFill>
                  <a:srgbClr val="B4D5F0"/>
                </a:solidFill>
              </a:defRPr>
            </a:lvl3pPr>
            <a:lvl4pPr>
              <a:defRPr sz="1725" b="0">
                <a:solidFill>
                  <a:srgbClr val="B4D5F0"/>
                </a:solidFill>
              </a:defRPr>
            </a:lvl4pPr>
            <a:lvl5pPr>
              <a:defRPr sz="1725" b="0">
                <a:solidFill>
                  <a:srgbClr val="B4D5F0"/>
                </a:solidFill>
              </a:defRPr>
            </a:lvl5pPr>
            <a:lvl6pPr>
              <a:defRPr sz="1725" b="0">
                <a:solidFill>
                  <a:srgbClr val="B4D5F0"/>
                </a:solidFill>
              </a:defRPr>
            </a:lvl6pPr>
            <a:lvl7pPr>
              <a:defRPr sz="1725" b="0">
                <a:solidFill>
                  <a:srgbClr val="B4D5F0"/>
                </a:solidFill>
              </a:defRPr>
            </a:lvl7pPr>
            <a:lvl8pPr>
              <a:defRPr sz="1725" b="0">
                <a:solidFill>
                  <a:srgbClr val="B4D5F0"/>
                </a:solidFill>
              </a:defRPr>
            </a:lvl8pPr>
            <a:lvl9pPr>
              <a:defRPr sz="1725" b="0">
                <a:solidFill>
                  <a:srgbClr val="B4D5F0"/>
                </a:solidFill>
              </a:defRPr>
            </a:lvl9pPr>
          </a:lstStyle>
          <a:p>
            <a:pPr>
              <a:defRPr sz="1725" b="0">
                <a:solidFill>
                  <a:srgbClr val="B4D5F0"/>
                </a:solidFill>
              </a:defRPr>
            </a:pPr>
            <a:r>
              <a:rPr lang="es-CL" sz="1725" b="0" noProof="0" dirty="0">
                <a:solidFill>
                  <a:srgbClr val="B4D5F0"/>
                </a:solidFill>
              </a:rPr>
              <a:t>Diseño web/móvil </a:t>
            </a:r>
          </a:p>
        </p:txBody>
      </p:sp>
      <p:sp>
        <p:nvSpPr>
          <p:cNvPr id="54" name="Roadmap y alcance">
            <a:extLst>
              <a:ext uri="{FF2B5EF4-FFF2-40B4-BE49-F238E27FC236}">
                <a16:creationId xmlns:a16="http://schemas.microsoft.com/office/drawing/2014/main" id="{A0F1A73B-2BD1-C31E-B7FA-C958EE5570A2}"/>
              </a:ext>
            </a:extLst>
          </p:cNvPr>
          <p:cNvSpPr>
            <a:spLocks noGrp="1"/>
          </p:cNvSpPr>
          <p:nvPr/>
        </p:nvSpPr>
        <p:spPr>
          <a:xfrm>
            <a:off x="9466567" y="2671874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>
            <a:r>
              <a:rPr lang="es-CL" sz="2400" spc="-150" noProof="0" dirty="0">
                <a:latin typeface="Arial Black" panose="020B0A04020102020204" pitchFamily="34" charset="0"/>
              </a:rPr>
              <a:t>Roadmap y alcance</a:t>
            </a:r>
          </a:p>
        </p:txBody>
      </p:sp>
      <p:sp>
        <p:nvSpPr>
          <p:cNvPr id="56" name="Etapas del proyecto y requisitos">
            <a:extLst>
              <a:ext uri="{FF2B5EF4-FFF2-40B4-BE49-F238E27FC236}">
                <a16:creationId xmlns:a16="http://schemas.microsoft.com/office/drawing/2014/main" id="{6898E8CC-7894-770E-B9ED-34CEE1EF1D1F}"/>
              </a:ext>
            </a:extLst>
          </p:cNvPr>
          <p:cNvSpPr>
            <a:spLocks noGrp="1"/>
          </p:cNvSpPr>
          <p:nvPr/>
        </p:nvSpPr>
        <p:spPr>
          <a:xfrm>
            <a:off x="9466567" y="3099646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4D5F0"/>
                </a:solidFill>
              </a:defRPr>
            </a:defPPr>
            <a:lvl1pPr>
              <a:defRPr sz="1725" b="0">
                <a:solidFill>
                  <a:srgbClr val="B4D5F0"/>
                </a:solidFill>
              </a:defRPr>
            </a:lvl1pPr>
            <a:lvl2pPr>
              <a:defRPr sz="1725" b="0">
                <a:solidFill>
                  <a:srgbClr val="B4D5F0"/>
                </a:solidFill>
              </a:defRPr>
            </a:lvl2pPr>
            <a:lvl3pPr>
              <a:defRPr sz="1725" b="0">
                <a:solidFill>
                  <a:srgbClr val="B4D5F0"/>
                </a:solidFill>
              </a:defRPr>
            </a:lvl3pPr>
            <a:lvl4pPr>
              <a:defRPr sz="1725" b="0">
                <a:solidFill>
                  <a:srgbClr val="B4D5F0"/>
                </a:solidFill>
              </a:defRPr>
            </a:lvl4pPr>
            <a:lvl5pPr>
              <a:defRPr sz="1725" b="0">
                <a:solidFill>
                  <a:srgbClr val="B4D5F0"/>
                </a:solidFill>
              </a:defRPr>
            </a:lvl5pPr>
            <a:lvl6pPr>
              <a:defRPr sz="1725" b="0">
                <a:solidFill>
                  <a:srgbClr val="B4D5F0"/>
                </a:solidFill>
              </a:defRPr>
            </a:lvl6pPr>
            <a:lvl7pPr>
              <a:defRPr sz="1725" b="0">
                <a:solidFill>
                  <a:srgbClr val="B4D5F0"/>
                </a:solidFill>
              </a:defRPr>
            </a:lvl7pPr>
            <a:lvl8pPr>
              <a:defRPr sz="1725" b="0">
                <a:solidFill>
                  <a:srgbClr val="B4D5F0"/>
                </a:solidFill>
              </a:defRPr>
            </a:lvl8pPr>
            <a:lvl9pPr>
              <a:defRPr sz="1725" b="0">
                <a:solidFill>
                  <a:srgbClr val="B4D5F0"/>
                </a:solidFill>
              </a:defRPr>
            </a:lvl9pPr>
          </a:lstStyle>
          <a:p>
            <a:pPr>
              <a:defRPr sz="1725" b="0">
                <a:solidFill>
                  <a:srgbClr val="B4D5F0"/>
                </a:solidFill>
              </a:defRPr>
            </a:pPr>
            <a:r>
              <a:rPr lang="es-CL" sz="1725" b="0" noProof="0" dirty="0">
                <a:solidFill>
                  <a:srgbClr val="B4D5F0"/>
                </a:solidFill>
              </a:rPr>
              <a:t>Etapas del proyecto y requisitos</a:t>
            </a:r>
          </a:p>
        </p:txBody>
      </p:sp>
      <p:sp>
        <p:nvSpPr>
          <p:cNvPr id="58" name="Casos de uso">
            <a:extLst>
              <a:ext uri="{FF2B5EF4-FFF2-40B4-BE49-F238E27FC236}">
                <a16:creationId xmlns:a16="http://schemas.microsoft.com/office/drawing/2014/main" id="{3D75B47F-77F9-A1BB-CD38-23522EE3A475}"/>
              </a:ext>
            </a:extLst>
          </p:cNvPr>
          <p:cNvSpPr>
            <a:spLocks noGrp="1"/>
          </p:cNvSpPr>
          <p:nvPr/>
        </p:nvSpPr>
        <p:spPr>
          <a:xfrm>
            <a:off x="9540204" y="4052501"/>
            <a:ext cx="508173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>
            <a:r>
              <a:rPr lang="es-CL" sz="2400" spc="-150" noProof="0" dirty="0">
                <a:latin typeface="Arial Black" panose="020B0A04020102020204" pitchFamily="34" charset="0"/>
              </a:rPr>
              <a:t>Casos de uso</a:t>
            </a:r>
          </a:p>
        </p:txBody>
      </p:sp>
      <p:sp>
        <p:nvSpPr>
          <p:cNvPr id="60" name="Actores y escenario de asignación">
            <a:extLst>
              <a:ext uri="{FF2B5EF4-FFF2-40B4-BE49-F238E27FC236}">
                <a16:creationId xmlns:a16="http://schemas.microsoft.com/office/drawing/2014/main" id="{6430530A-4685-257D-3848-E23B268FB2D1}"/>
              </a:ext>
            </a:extLst>
          </p:cNvPr>
          <p:cNvSpPr>
            <a:spLocks noGrp="1"/>
          </p:cNvSpPr>
          <p:nvPr/>
        </p:nvSpPr>
        <p:spPr>
          <a:xfrm>
            <a:off x="9544349" y="4535777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4D5F0"/>
                </a:solidFill>
              </a:defRPr>
            </a:defPPr>
            <a:lvl1pPr>
              <a:defRPr sz="1725" b="0">
                <a:solidFill>
                  <a:srgbClr val="B4D5F0"/>
                </a:solidFill>
              </a:defRPr>
            </a:lvl1pPr>
            <a:lvl2pPr>
              <a:defRPr sz="1725" b="0">
                <a:solidFill>
                  <a:srgbClr val="B4D5F0"/>
                </a:solidFill>
              </a:defRPr>
            </a:lvl2pPr>
            <a:lvl3pPr>
              <a:defRPr sz="1725" b="0">
                <a:solidFill>
                  <a:srgbClr val="B4D5F0"/>
                </a:solidFill>
              </a:defRPr>
            </a:lvl3pPr>
            <a:lvl4pPr>
              <a:defRPr sz="1725" b="0">
                <a:solidFill>
                  <a:srgbClr val="B4D5F0"/>
                </a:solidFill>
              </a:defRPr>
            </a:lvl4pPr>
            <a:lvl5pPr>
              <a:defRPr sz="1725" b="0">
                <a:solidFill>
                  <a:srgbClr val="B4D5F0"/>
                </a:solidFill>
              </a:defRPr>
            </a:lvl5pPr>
            <a:lvl6pPr>
              <a:defRPr sz="1725" b="0">
                <a:solidFill>
                  <a:srgbClr val="B4D5F0"/>
                </a:solidFill>
              </a:defRPr>
            </a:lvl6pPr>
            <a:lvl7pPr>
              <a:defRPr sz="1725" b="0">
                <a:solidFill>
                  <a:srgbClr val="B4D5F0"/>
                </a:solidFill>
              </a:defRPr>
            </a:lvl7pPr>
            <a:lvl8pPr>
              <a:defRPr sz="1725" b="0">
                <a:solidFill>
                  <a:srgbClr val="B4D5F0"/>
                </a:solidFill>
              </a:defRPr>
            </a:lvl8pPr>
            <a:lvl9pPr>
              <a:defRPr sz="1725" b="0">
                <a:solidFill>
                  <a:srgbClr val="B4D5F0"/>
                </a:solidFill>
              </a:defRPr>
            </a:lvl9pPr>
          </a:lstStyle>
          <a:p>
            <a:pPr>
              <a:defRPr sz="1725" b="0">
                <a:solidFill>
                  <a:srgbClr val="B4D5F0"/>
                </a:solidFill>
              </a:defRPr>
            </a:pPr>
            <a:r>
              <a:rPr lang="es-CL" sz="1725" b="0" noProof="0" dirty="0">
                <a:solidFill>
                  <a:srgbClr val="B4D5F0"/>
                </a:solidFill>
              </a:rPr>
              <a:t>Actores y escenario de Autenticación y acceso al sistema</a:t>
            </a:r>
          </a:p>
        </p:txBody>
      </p:sp>
      <p:sp>
        <p:nvSpPr>
          <p:cNvPr id="62" name="Procesos, desarrollo y despliegue">
            <a:extLst>
              <a:ext uri="{FF2B5EF4-FFF2-40B4-BE49-F238E27FC236}">
                <a16:creationId xmlns:a16="http://schemas.microsoft.com/office/drawing/2014/main" id="{005A681C-0055-329E-2698-EC42717EAFD2}"/>
              </a:ext>
            </a:extLst>
          </p:cNvPr>
          <p:cNvSpPr>
            <a:spLocks noGrp="1"/>
          </p:cNvSpPr>
          <p:nvPr/>
        </p:nvSpPr>
        <p:spPr>
          <a:xfrm>
            <a:off x="9503256" y="5457516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>
            <a:r>
              <a:rPr lang="es-CL" sz="2400" spc="-150" noProof="0" dirty="0">
                <a:latin typeface="Arial Black" panose="020B0A04020102020204" pitchFamily="34" charset="0"/>
              </a:rPr>
              <a:t>Procesos, desarrollo y despliegue</a:t>
            </a:r>
          </a:p>
        </p:txBody>
      </p:sp>
      <p:sp>
        <p:nvSpPr>
          <p:cNvPr id="64" name="Interacción, código y entorno previsto">
            <a:extLst>
              <a:ext uri="{FF2B5EF4-FFF2-40B4-BE49-F238E27FC236}">
                <a16:creationId xmlns:a16="http://schemas.microsoft.com/office/drawing/2014/main" id="{95CCDE4D-3468-8920-389B-0885F78C59EA}"/>
              </a:ext>
            </a:extLst>
          </p:cNvPr>
          <p:cNvSpPr>
            <a:spLocks noGrp="1"/>
          </p:cNvSpPr>
          <p:nvPr/>
        </p:nvSpPr>
        <p:spPr>
          <a:xfrm>
            <a:off x="9503257" y="5914717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4D5F0"/>
                </a:solidFill>
              </a:defRPr>
            </a:defPPr>
            <a:lvl1pPr>
              <a:defRPr sz="1725" b="0">
                <a:solidFill>
                  <a:srgbClr val="B4D5F0"/>
                </a:solidFill>
              </a:defRPr>
            </a:lvl1pPr>
            <a:lvl2pPr>
              <a:defRPr sz="1725" b="0">
                <a:solidFill>
                  <a:srgbClr val="B4D5F0"/>
                </a:solidFill>
              </a:defRPr>
            </a:lvl2pPr>
            <a:lvl3pPr>
              <a:defRPr sz="1725" b="0">
                <a:solidFill>
                  <a:srgbClr val="B4D5F0"/>
                </a:solidFill>
              </a:defRPr>
            </a:lvl3pPr>
            <a:lvl4pPr>
              <a:defRPr sz="1725" b="0">
                <a:solidFill>
                  <a:srgbClr val="B4D5F0"/>
                </a:solidFill>
              </a:defRPr>
            </a:lvl4pPr>
            <a:lvl5pPr>
              <a:defRPr sz="1725" b="0">
                <a:solidFill>
                  <a:srgbClr val="B4D5F0"/>
                </a:solidFill>
              </a:defRPr>
            </a:lvl5pPr>
            <a:lvl6pPr>
              <a:defRPr sz="1725" b="0">
                <a:solidFill>
                  <a:srgbClr val="B4D5F0"/>
                </a:solidFill>
              </a:defRPr>
            </a:lvl6pPr>
            <a:lvl7pPr>
              <a:defRPr sz="1725" b="0">
                <a:solidFill>
                  <a:srgbClr val="B4D5F0"/>
                </a:solidFill>
              </a:defRPr>
            </a:lvl7pPr>
            <a:lvl8pPr>
              <a:defRPr sz="1725" b="0">
                <a:solidFill>
                  <a:srgbClr val="B4D5F0"/>
                </a:solidFill>
              </a:defRPr>
            </a:lvl8pPr>
            <a:lvl9pPr>
              <a:defRPr sz="1725" b="0">
                <a:solidFill>
                  <a:srgbClr val="B4D5F0"/>
                </a:solidFill>
              </a:defRPr>
            </a:lvl9pPr>
          </a:lstStyle>
          <a:p>
            <a:pPr>
              <a:defRPr sz="1725" b="0">
                <a:solidFill>
                  <a:srgbClr val="B4D5F0"/>
                </a:solidFill>
              </a:defRPr>
            </a:pPr>
            <a:r>
              <a:rPr lang="es-CL" sz="1725" b="0" noProof="0" dirty="0">
                <a:solidFill>
                  <a:srgbClr val="B4D5F0"/>
                </a:solidFill>
              </a:rPr>
              <a:t>Interacción</a:t>
            </a:r>
            <a:r>
              <a:rPr lang="es-CL" dirty="0"/>
              <a:t> </a:t>
            </a:r>
            <a:r>
              <a:rPr lang="es-CL" sz="1725" b="0" noProof="0" dirty="0">
                <a:solidFill>
                  <a:srgbClr val="B4D5F0"/>
                </a:solidFill>
              </a:rPr>
              <a:t>y entorno previsto</a:t>
            </a:r>
          </a:p>
        </p:txBody>
      </p:sp>
      <p:sp>
        <p:nvSpPr>
          <p:cNvPr id="66" name="Conclusiones y próximos pasos">
            <a:extLst>
              <a:ext uri="{FF2B5EF4-FFF2-40B4-BE49-F238E27FC236}">
                <a16:creationId xmlns:a16="http://schemas.microsoft.com/office/drawing/2014/main" id="{1095A63A-8FAB-B61D-FD85-BBACB4427B85}"/>
              </a:ext>
            </a:extLst>
          </p:cNvPr>
          <p:cNvSpPr>
            <a:spLocks noGrp="1"/>
          </p:cNvSpPr>
          <p:nvPr/>
        </p:nvSpPr>
        <p:spPr>
          <a:xfrm>
            <a:off x="9503255" y="6849107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>
            <a:r>
              <a:rPr lang="es-CL" sz="2400" spc="-150" noProof="0" dirty="0">
                <a:latin typeface="Arial Black" panose="020B0A04020102020204" pitchFamily="34" charset="0"/>
              </a:rPr>
              <a:t>Conclusiones y próximos pasos</a:t>
            </a:r>
          </a:p>
        </p:txBody>
      </p:sp>
      <p:sp>
        <p:nvSpPr>
          <p:cNvPr id="68" name="Síntesis y trabajo pendiente">
            <a:extLst>
              <a:ext uri="{FF2B5EF4-FFF2-40B4-BE49-F238E27FC236}">
                <a16:creationId xmlns:a16="http://schemas.microsoft.com/office/drawing/2014/main" id="{26ADEBBB-D56A-5EA3-CBEE-A0964B52E392}"/>
              </a:ext>
            </a:extLst>
          </p:cNvPr>
          <p:cNvSpPr>
            <a:spLocks noGrp="1"/>
          </p:cNvSpPr>
          <p:nvPr/>
        </p:nvSpPr>
        <p:spPr>
          <a:xfrm>
            <a:off x="9510876" y="7317784"/>
            <a:ext cx="576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4D5F0"/>
                </a:solidFill>
              </a:defRPr>
            </a:defPPr>
            <a:lvl1pPr>
              <a:defRPr sz="1725" b="0">
                <a:solidFill>
                  <a:srgbClr val="B4D5F0"/>
                </a:solidFill>
              </a:defRPr>
            </a:lvl1pPr>
            <a:lvl2pPr>
              <a:defRPr sz="1725" b="0">
                <a:solidFill>
                  <a:srgbClr val="B4D5F0"/>
                </a:solidFill>
              </a:defRPr>
            </a:lvl2pPr>
            <a:lvl3pPr>
              <a:defRPr sz="1725" b="0">
                <a:solidFill>
                  <a:srgbClr val="B4D5F0"/>
                </a:solidFill>
              </a:defRPr>
            </a:lvl3pPr>
            <a:lvl4pPr>
              <a:defRPr sz="1725" b="0">
                <a:solidFill>
                  <a:srgbClr val="B4D5F0"/>
                </a:solidFill>
              </a:defRPr>
            </a:lvl4pPr>
            <a:lvl5pPr>
              <a:defRPr sz="1725" b="0">
                <a:solidFill>
                  <a:srgbClr val="B4D5F0"/>
                </a:solidFill>
              </a:defRPr>
            </a:lvl5pPr>
            <a:lvl6pPr>
              <a:defRPr sz="1725" b="0">
                <a:solidFill>
                  <a:srgbClr val="B4D5F0"/>
                </a:solidFill>
              </a:defRPr>
            </a:lvl6pPr>
            <a:lvl7pPr>
              <a:defRPr sz="1725" b="0">
                <a:solidFill>
                  <a:srgbClr val="B4D5F0"/>
                </a:solidFill>
              </a:defRPr>
            </a:lvl7pPr>
            <a:lvl8pPr>
              <a:defRPr sz="1725" b="0">
                <a:solidFill>
                  <a:srgbClr val="B4D5F0"/>
                </a:solidFill>
              </a:defRPr>
            </a:lvl8pPr>
            <a:lvl9pPr>
              <a:defRPr sz="1725" b="0">
                <a:solidFill>
                  <a:srgbClr val="B4D5F0"/>
                </a:solidFill>
              </a:defRPr>
            </a:lvl9pPr>
          </a:lstStyle>
          <a:p>
            <a:pPr>
              <a:defRPr sz="1725" b="0">
                <a:solidFill>
                  <a:srgbClr val="B4D5F0"/>
                </a:solidFill>
              </a:defRPr>
            </a:pPr>
            <a:r>
              <a:rPr lang="es-CL" sz="1725" b="0" noProof="0" dirty="0">
                <a:solidFill>
                  <a:srgbClr val="B4D5F0"/>
                </a:solidFill>
              </a:rPr>
              <a:t>Síntesis y trabajo pendiente</a:t>
            </a:r>
          </a:p>
        </p:txBody>
      </p: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60BFC5B5-F91C-7B77-E27F-263E7F893B1D}"/>
              </a:ext>
            </a:extLst>
          </p:cNvPr>
          <p:cNvCxnSpPr>
            <a:cxnSpLocks/>
          </p:cNvCxnSpPr>
          <p:nvPr/>
        </p:nvCxnSpPr>
        <p:spPr>
          <a:xfrm>
            <a:off x="706460" y="3751071"/>
            <a:ext cx="6948000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351259BF-7FFF-F31F-7786-A72BD9EB9465}"/>
              </a:ext>
            </a:extLst>
          </p:cNvPr>
          <p:cNvCxnSpPr>
            <a:cxnSpLocks/>
          </p:cNvCxnSpPr>
          <p:nvPr/>
        </p:nvCxnSpPr>
        <p:spPr>
          <a:xfrm>
            <a:off x="706460" y="5156538"/>
            <a:ext cx="6948000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18E5EEC5-75BC-721A-0D90-07EAD6B5743B}"/>
              </a:ext>
            </a:extLst>
          </p:cNvPr>
          <p:cNvCxnSpPr>
            <a:cxnSpLocks/>
          </p:cNvCxnSpPr>
          <p:nvPr/>
        </p:nvCxnSpPr>
        <p:spPr>
          <a:xfrm>
            <a:off x="706460" y="6562005"/>
            <a:ext cx="6948000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02F24A0E-1B55-07B6-9BB4-EC94A5EC3ECF}"/>
              </a:ext>
            </a:extLst>
          </p:cNvPr>
          <p:cNvCxnSpPr>
            <a:cxnSpLocks/>
          </p:cNvCxnSpPr>
          <p:nvPr/>
        </p:nvCxnSpPr>
        <p:spPr>
          <a:xfrm>
            <a:off x="8036574" y="6562005"/>
            <a:ext cx="6948000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CA47D5B2-D5C6-DDA4-21AA-BAEC73633FC3}"/>
              </a:ext>
            </a:extLst>
          </p:cNvPr>
          <p:cNvCxnSpPr>
            <a:cxnSpLocks/>
          </p:cNvCxnSpPr>
          <p:nvPr/>
        </p:nvCxnSpPr>
        <p:spPr>
          <a:xfrm>
            <a:off x="8036574" y="5151670"/>
            <a:ext cx="6948000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520F8415-D9EF-1415-869B-90C958B7B9EA}"/>
              </a:ext>
            </a:extLst>
          </p:cNvPr>
          <p:cNvCxnSpPr>
            <a:cxnSpLocks/>
          </p:cNvCxnSpPr>
          <p:nvPr/>
        </p:nvCxnSpPr>
        <p:spPr>
          <a:xfrm>
            <a:off x="8036574" y="3732868"/>
            <a:ext cx="6948000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A3ED9A4-8FD9-736D-C95B-7ACF2E99864F}"/>
              </a:ext>
            </a:extLst>
          </p:cNvPr>
          <p:cNvCxnSpPr>
            <a:cxnSpLocks/>
          </p:cNvCxnSpPr>
          <p:nvPr/>
        </p:nvCxnSpPr>
        <p:spPr>
          <a:xfrm flipV="1">
            <a:off x="9184784" y="2729356"/>
            <a:ext cx="0" cy="695325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5EF1937F-E3EC-AF24-7E90-56B985856FA6}"/>
              </a:ext>
            </a:extLst>
          </p:cNvPr>
          <p:cNvCxnSpPr>
            <a:cxnSpLocks/>
          </p:cNvCxnSpPr>
          <p:nvPr/>
        </p:nvCxnSpPr>
        <p:spPr>
          <a:xfrm flipV="1">
            <a:off x="9184784" y="4120018"/>
            <a:ext cx="0" cy="695325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6325B5EB-2222-4308-32EB-C0ABFBC52B16}"/>
              </a:ext>
            </a:extLst>
          </p:cNvPr>
          <p:cNvCxnSpPr>
            <a:cxnSpLocks/>
          </p:cNvCxnSpPr>
          <p:nvPr/>
        </p:nvCxnSpPr>
        <p:spPr>
          <a:xfrm flipV="1">
            <a:off x="9174434" y="5521295"/>
            <a:ext cx="0" cy="695325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D4764730-182E-5219-34F4-F1ACF66CC4BE}"/>
              </a:ext>
            </a:extLst>
          </p:cNvPr>
          <p:cNvCxnSpPr>
            <a:cxnSpLocks/>
          </p:cNvCxnSpPr>
          <p:nvPr/>
        </p:nvCxnSpPr>
        <p:spPr>
          <a:xfrm flipV="1">
            <a:off x="9170180" y="6871985"/>
            <a:ext cx="0" cy="695325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EFD60CDF-3A57-7589-FE99-267F41A79ED1}"/>
              </a:ext>
            </a:extLst>
          </p:cNvPr>
          <p:cNvCxnSpPr>
            <a:cxnSpLocks/>
          </p:cNvCxnSpPr>
          <p:nvPr/>
        </p:nvCxnSpPr>
        <p:spPr>
          <a:xfrm flipV="1">
            <a:off x="1834911" y="6906542"/>
            <a:ext cx="0" cy="695325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9D76AF0D-EA79-1488-BECA-F8FF025013DE}"/>
              </a:ext>
            </a:extLst>
          </p:cNvPr>
          <p:cNvCxnSpPr>
            <a:cxnSpLocks/>
          </p:cNvCxnSpPr>
          <p:nvPr/>
        </p:nvCxnSpPr>
        <p:spPr>
          <a:xfrm flipV="1">
            <a:off x="1834911" y="5534602"/>
            <a:ext cx="0" cy="695325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113CE4AC-D0CD-5695-0059-9D780DA36529}"/>
              </a:ext>
            </a:extLst>
          </p:cNvPr>
          <p:cNvCxnSpPr>
            <a:cxnSpLocks/>
          </p:cNvCxnSpPr>
          <p:nvPr/>
        </p:nvCxnSpPr>
        <p:spPr>
          <a:xfrm flipV="1">
            <a:off x="1834911" y="4120018"/>
            <a:ext cx="0" cy="695325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74AF0721-EC39-B3FF-7ABD-AF17BFE69F50}"/>
              </a:ext>
            </a:extLst>
          </p:cNvPr>
          <p:cNvCxnSpPr>
            <a:cxnSpLocks/>
          </p:cNvCxnSpPr>
          <p:nvPr/>
        </p:nvCxnSpPr>
        <p:spPr>
          <a:xfrm flipV="1">
            <a:off x="1834911" y="2729356"/>
            <a:ext cx="0" cy="695325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1ED4CF8B-293F-41D8-E9B2-5066910287F6}"/>
              </a:ext>
            </a:extLst>
          </p:cNvPr>
          <p:cNvSpPr txBox="1"/>
          <p:nvPr/>
        </p:nvSpPr>
        <p:spPr>
          <a:xfrm>
            <a:off x="420624" y="451920"/>
            <a:ext cx="1049588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b="1" dirty="0">
                <a:solidFill>
                  <a:schemeClr val="bg1"/>
                </a:solidFill>
                <a:latin typeface="Arial Black" panose="020B0A04020102020204" pitchFamily="34" charset="0"/>
              </a:rPr>
              <a:t>Contenido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52486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B6773D-0EDA-DA76-B42C-DDCC51D8F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23E9384-7D91-6639-94FF-0A1F0B7CEE2C}"/>
              </a:ext>
            </a:extLst>
          </p:cNvPr>
          <p:cNvSpPr txBox="1"/>
          <p:nvPr/>
        </p:nvSpPr>
        <p:spPr>
          <a:xfrm>
            <a:off x="420624" y="8461338"/>
            <a:ext cx="2259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spc="300" noProof="0" dirty="0">
                <a:solidFill>
                  <a:srgbClr val="B4D5F0"/>
                </a:solidFill>
                <a:latin typeface="Arial Nova" panose="020F0502020204030204" pitchFamily="34" charset="0"/>
                <a:cs typeface="Arial" panose="020B0604020202020204" pitchFamily="34" charset="0"/>
              </a:rPr>
              <a:t>TI – ONE SOLUTION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6B8A76C-554A-5158-85A5-C1792E799763}"/>
              </a:ext>
            </a:extLst>
          </p:cNvPr>
          <p:cNvGrpSpPr/>
          <p:nvPr/>
        </p:nvGrpSpPr>
        <p:grpSpPr>
          <a:xfrm>
            <a:off x="420624" y="128351"/>
            <a:ext cx="15178836" cy="8609986"/>
            <a:chOff x="420624" y="128351"/>
            <a:chExt cx="15178836" cy="8609986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0DC1993-BC27-0995-B18E-CEAD4F99C981}"/>
                </a:ext>
              </a:extLst>
            </p:cNvPr>
            <p:cNvSpPr txBox="1"/>
            <p:nvPr/>
          </p:nvSpPr>
          <p:spPr>
            <a:xfrm>
              <a:off x="744813" y="128351"/>
              <a:ext cx="26480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spc="300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GATI </a:t>
              </a:r>
              <a:r>
                <a:rPr lang="es-CL" sz="2400" b="1" spc="300" noProof="0" dirty="0">
                  <a:solidFill>
                    <a:schemeClr val="bg1"/>
                  </a:solidFill>
                  <a:cs typeface="Arial" panose="020B0604020202020204" pitchFamily="34" charset="0"/>
                </a:rPr>
                <a:t>·</a:t>
              </a:r>
              <a:r>
                <a:rPr lang="es-CL" sz="1600" b="1" spc="300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ENTREGA 2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8B8F1DF4-29DF-7128-0E87-7127163C59A2}"/>
                </a:ext>
              </a:extLst>
            </p:cNvPr>
            <p:cNvCxnSpPr/>
            <p:nvPr/>
          </p:nvCxnSpPr>
          <p:spPr>
            <a:xfrm>
              <a:off x="420624" y="8221260"/>
              <a:ext cx="15012000" cy="0"/>
            </a:xfrm>
            <a:prstGeom prst="line">
              <a:avLst/>
            </a:prstGeom>
            <a:ln w="41275" cap="rnd">
              <a:solidFill>
                <a:schemeClr val="tx2">
                  <a:lumMod val="50000"/>
                  <a:lumOff val="50000"/>
                </a:schemeClr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028EDA1-0434-95C3-D139-85373DE73E6C}"/>
                </a:ext>
              </a:extLst>
            </p:cNvPr>
            <p:cNvSpPr txBox="1"/>
            <p:nvPr/>
          </p:nvSpPr>
          <p:spPr>
            <a:xfrm>
              <a:off x="5522552" y="8445949"/>
              <a:ext cx="488069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3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CAPSTONE · INGENIERÍA EN INFORMÁTICA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8F6B85C-536E-4ACC-1085-EC5B71EC5549}"/>
                </a:ext>
              </a:extLst>
            </p:cNvPr>
            <p:cNvSpPr txBox="1"/>
            <p:nvPr/>
          </p:nvSpPr>
          <p:spPr>
            <a:xfrm>
              <a:off x="15110224" y="8343728"/>
              <a:ext cx="4892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CL"/>
              </a:defPPr>
              <a:lvl1pPr>
                <a:defRPr sz="1300" spc="30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s-CL" sz="1600" noProof="0" dirty="0"/>
                <a:t>03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1A0C178-44BF-FDA7-37A2-968C96A81047}"/>
              </a:ext>
            </a:extLst>
          </p:cNvPr>
          <p:cNvSpPr txBox="1"/>
          <p:nvPr/>
        </p:nvSpPr>
        <p:spPr>
          <a:xfrm>
            <a:off x="508253" y="2141068"/>
            <a:ext cx="4281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entorno de trabajo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975CA5A-BC01-A2F5-29C9-167492C98941}"/>
              </a:ext>
            </a:extLst>
          </p:cNvPr>
          <p:cNvSpPr txBox="1"/>
          <p:nvPr/>
        </p:nvSpPr>
        <p:spPr>
          <a:xfrm>
            <a:off x="797447" y="2679396"/>
            <a:ext cx="63737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noProof="0" dirty="0">
                <a:solidFill>
                  <a:srgbClr val="94C5F1"/>
                </a:solidFill>
                <a:latin typeface="Arial Nova" panose="020B0504020202020204" pitchFamily="34" charset="0"/>
              </a:rPr>
              <a:t>El área de Sistemas de Información y Soporte Informático administra equipos y licencias utilizados por los funcionarios..</a:t>
            </a:r>
          </a:p>
          <a:p>
            <a:endParaRPr lang="es-CL" sz="2000" noProof="0" dirty="0">
              <a:solidFill>
                <a:srgbClr val="94C5F1"/>
              </a:solidFill>
              <a:latin typeface="Arial Nova" panose="020B0504020202020204" pitchFamily="34" charset="0"/>
            </a:endParaRPr>
          </a:p>
          <a:p>
            <a:r>
              <a:rPr lang="es-CL" sz="2000" noProof="0" dirty="0">
                <a:solidFill>
                  <a:srgbClr val="94C5F1"/>
                </a:solidFill>
                <a:latin typeface="Arial Nova" panose="020B0504020202020204" pitchFamily="34" charset="0"/>
              </a:rPr>
              <a:t>Cada entrega, devolución o reasignación requiere mantener identificado el activo, su estado y su responsable. 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4146991-1273-6420-AFBA-1C876F55D24D}"/>
              </a:ext>
            </a:extLst>
          </p:cNvPr>
          <p:cNvCxnSpPr>
            <a:cxnSpLocks/>
          </p:cNvCxnSpPr>
          <p:nvPr/>
        </p:nvCxnSpPr>
        <p:spPr>
          <a:xfrm flipV="1">
            <a:off x="7796095" y="2245922"/>
            <a:ext cx="0" cy="4620391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n 19">
            <a:extLst>
              <a:ext uri="{FF2B5EF4-FFF2-40B4-BE49-F238E27FC236}">
                <a16:creationId xmlns:a16="http://schemas.microsoft.com/office/drawing/2014/main" id="{C66FCD10-9FB2-34BC-F45C-AF7B0F6C3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2"/>
          <a:stretch>
            <a:fillRect/>
          </a:stretch>
        </p:blipFill>
        <p:spPr>
          <a:xfrm>
            <a:off x="-1" y="4622220"/>
            <a:ext cx="7704662" cy="312901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041645D0-9730-A0F9-B7E0-133A609F1ECC}"/>
              </a:ext>
            </a:extLst>
          </p:cNvPr>
          <p:cNvSpPr txBox="1"/>
          <p:nvPr/>
        </p:nvSpPr>
        <p:spPr>
          <a:xfrm>
            <a:off x="8265063" y="2225726"/>
            <a:ext cx="497879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necesidad operativa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3B3F5A2-266D-31BD-C014-6BC552634DC0}"/>
              </a:ext>
            </a:extLst>
          </p:cNvPr>
          <p:cNvSpPr txBox="1"/>
          <p:nvPr/>
        </p:nvSpPr>
        <p:spPr>
          <a:xfrm>
            <a:off x="9650741" y="2987828"/>
            <a:ext cx="4978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Información dispersa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8847528-A31A-8D1D-5FD5-7CFF55C6956B}"/>
              </a:ext>
            </a:extLst>
          </p:cNvPr>
          <p:cNvSpPr txBox="1"/>
          <p:nvPr/>
        </p:nvSpPr>
        <p:spPr>
          <a:xfrm>
            <a:off x="9650741" y="4336976"/>
            <a:ext cx="4978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Seguimiento complejo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544162A-5A63-DD10-028A-FED522D1CB4B}"/>
              </a:ext>
            </a:extLst>
          </p:cNvPr>
          <p:cNvSpPr txBox="1"/>
          <p:nvPr/>
        </p:nvSpPr>
        <p:spPr>
          <a:xfrm>
            <a:off x="9650741" y="5686124"/>
            <a:ext cx="4978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 esfuerzo de control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7BD8BB9-E05C-8F25-909F-2E758020DAA4}"/>
              </a:ext>
            </a:extLst>
          </p:cNvPr>
          <p:cNvSpPr txBox="1"/>
          <p:nvPr/>
        </p:nvSpPr>
        <p:spPr>
          <a:xfrm>
            <a:off x="9670198" y="3362917"/>
            <a:ext cx="4939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noProof="0" dirty="0">
                <a:solidFill>
                  <a:srgbClr val="94C5F1"/>
                </a:solidFill>
              </a:rPr>
              <a:t>Planillas, correos y actas manuales reúnen partes del registro.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3D43BDE-DDAC-B4D1-9051-A3D910F7330D}"/>
              </a:ext>
            </a:extLst>
          </p:cNvPr>
          <p:cNvSpPr txBox="1"/>
          <p:nvPr/>
        </p:nvSpPr>
        <p:spPr>
          <a:xfrm>
            <a:off x="9670197" y="4710871"/>
            <a:ext cx="4939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noProof="0" dirty="0">
                <a:solidFill>
                  <a:srgbClr val="94C5F1"/>
                </a:solidFill>
              </a:rPr>
              <a:t>Reconstruir la historia de un activo exige consultar distintas fuentes.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63DD51E-5DFD-2732-0457-78B78E0DAE4F}"/>
              </a:ext>
            </a:extLst>
          </p:cNvPr>
          <p:cNvSpPr txBox="1"/>
          <p:nvPr/>
        </p:nvSpPr>
        <p:spPr>
          <a:xfrm>
            <a:off x="9670197" y="6094154"/>
            <a:ext cx="4939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noProof="0" dirty="0">
                <a:solidFill>
                  <a:srgbClr val="94C5F1"/>
                </a:solidFill>
              </a:rPr>
              <a:t>Conciliar inventario, responsables y movimientos requiere trabajo manual.</a:t>
            </a:r>
          </a:p>
        </p:txBody>
      </p:sp>
      <p:sp>
        <p:nvSpPr>
          <p:cNvPr id="35" name="Diagrama de flujo: conector 34">
            <a:extLst>
              <a:ext uri="{FF2B5EF4-FFF2-40B4-BE49-F238E27FC236}">
                <a16:creationId xmlns:a16="http://schemas.microsoft.com/office/drawing/2014/main" id="{936BB675-490A-1132-4CDC-F1C706AEE412}"/>
              </a:ext>
            </a:extLst>
          </p:cNvPr>
          <p:cNvSpPr>
            <a:spLocks noChangeAspect="1"/>
          </p:cNvSpPr>
          <p:nvPr/>
        </p:nvSpPr>
        <p:spPr>
          <a:xfrm>
            <a:off x="8343823" y="4319741"/>
            <a:ext cx="1116000" cy="1116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Gráfico 38" descr="Magnifying glass con relleno sólido">
            <a:extLst>
              <a:ext uri="{FF2B5EF4-FFF2-40B4-BE49-F238E27FC236}">
                <a16:creationId xmlns:a16="http://schemas.microsoft.com/office/drawing/2014/main" id="{F45A880A-7C6B-9D4A-AF3B-A5459D5887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85162" y="4556117"/>
            <a:ext cx="684000" cy="684000"/>
          </a:xfrm>
          <a:prstGeom prst="rect">
            <a:avLst/>
          </a:prstGeom>
          <a:effectLst/>
        </p:spPr>
      </p:pic>
      <p:sp>
        <p:nvSpPr>
          <p:cNvPr id="41" name="Diagrama de flujo: conector 40">
            <a:extLst>
              <a:ext uri="{FF2B5EF4-FFF2-40B4-BE49-F238E27FC236}">
                <a16:creationId xmlns:a16="http://schemas.microsoft.com/office/drawing/2014/main" id="{30863656-3D47-B2D9-14F1-DAC5F0D9E24C}"/>
              </a:ext>
            </a:extLst>
          </p:cNvPr>
          <p:cNvSpPr>
            <a:spLocks noChangeAspect="1"/>
          </p:cNvSpPr>
          <p:nvPr/>
        </p:nvSpPr>
        <p:spPr>
          <a:xfrm>
            <a:off x="8372459" y="5695667"/>
            <a:ext cx="1044000" cy="1044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Gráfico 36" descr="Single gear contorno">
            <a:extLst>
              <a:ext uri="{FF2B5EF4-FFF2-40B4-BE49-F238E27FC236}">
                <a16:creationId xmlns:a16="http://schemas.microsoft.com/office/drawing/2014/main" id="{BC32523C-9047-3A36-C319-0C728324A3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9823" y="5787817"/>
            <a:ext cx="864000" cy="864000"/>
          </a:xfrm>
          <a:prstGeom prst="rect">
            <a:avLst/>
          </a:prstGeom>
          <a:effectLst/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B04FEAC-E9EC-09B9-0E86-473DDB659A5F}"/>
              </a:ext>
            </a:extLst>
          </p:cNvPr>
          <p:cNvCxnSpPr>
            <a:cxnSpLocks/>
          </p:cNvCxnSpPr>
          <p:nvPr/>
        </p:nvCxnSpPr>
        <p:spPr>
          <a:xfrm>
            <a:off x="576936" y="1317476"/>
            <a:ext cx="1147446" cy="0"/>
          </a:xfrm>
          <a:prstGeom prst="line">
            <a:avLst/>
          </a:prstGeom>
          <a:ln w="76200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4DEF7B8E-C824-E762-6FE1-4478B95F4473}"/>
              </a:ext>
            </a:extLst>
          </p:cNvPr>
          <p:cNvSpPr txBox="1"/>
          <p:nvPr/>
        </p:nvSpPr>
        <p:spPr>
          <a:xfrm>
            <a:off x="420624" y="451920"/>
            <a:ext cx="1315712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b="1" dirty="0">
                <a:solidFill>
                  <a:schemeClr val="bg1"/>
                </a:solidFill>
                <a:latin typeface="Arial Black" panose="020B0A04020102020204" pitchFamily="34" charset="0"/>
              </a:rPr>
              <a:t>Contexto organizacional y necesidad</a:t>
            </a:r>
          </a:p>
        </p:txBody>
      </p:sp>
      <p:sp>
        <p:nvSpPr>
          <p:cNvPr id="6" name="Diseño e Inicio del Desarrollo">
            <a:extLst>
              <a:ext uri="{FF2B5EF4-FFF2-40B4-BE49-F238E27FC236}">
                <a16:creationId xmlns:a16="http://schemas.microsoft.com/office/drawing/2014/main" id="{28933209-EF38-141F-EA78-62DF099E283B}"/>
              </a:ext>
            </a:extLst>
          </p:cNvPr>
          <p:cNvSpPr>
            <a:spLocks noGrp="1"/>
          </p:cNvSpPr>
          <p:nvPr/>
        </p:nvSpPr>
        <p:spPr>
          <a:xfrm>
            <a:off x="576935" y="1585232"/>
            <a:ext cx="8008227" cy="4970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r>
              <a:rPr lang="es-CL" sz="240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General de Concesiones de obras publicas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87FB77D-C12B-B686-79E5-E9F79C93D888}"/>
              </a:ext>
            </a:extLst>
          </p:cNvPr>
          <p:cNvGrpSpPr/>
          <p:nvPr/>
        </p:nvGrpSpPr>
        <p:grpSpPr>
          <a:xfrm>
            <a:off x="558895" y="7195367"/>
            <a:ext cx="14551329" cy="794101"/>
            <a:chOff x="549595" y="6561798"/>
            <a:chExt cx="14860014" cy="1197431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3A6E0A7F-0A6C-144A-9718-4B56592889FF}"/>
                </a:ext>
              </a:extLst>
            </p:cNvPr>
            <p:cNvSpPr/>
            <p:nvPr/>
          </p:nvSpPr>
          <p:spPr>
            <a:xfrm>
              <a:off x="637694" y="6561798"/>
              <a:ext cx="14771915" cy="1197427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es-CL" sz="2000" b="1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Contar con información centralizada para saber que existe, quien lo tiene y que ha ocurrido con cada activo.</a:t>
              </a:r>
            </a:p>
          </p:txBody>
        </p:sp>
        <p:sp>
          <p:nvSpPr>
            <p:cNvPr id="32" name="Rectángulo: esquinas superiores redondeadas 31">
              <a:extLst>
                <a:ext uri="{FF2B5EF4-FFF2-40B4-BE49-F238E27FC236}">
                  <a16:creationId xmlns:a16="http://schemas.microsoft.com/office/drawing/2014/main" id="{85CE17AD-000C-02F7-AD1F-19A3ABBF6F99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sp>
        <p:nvSpPr>
          <p:cNvPr id="36" name="Diagrama de flujo: conector 35">
            <a:extLst>
              <a:ext uri="{FF2B5EF4-FFF2-40B4-BE49-F238E27FC236}">
                <a16:creationId xmlns:a16="http://schemas.microsoft.com/office/drawing/2014/main" id="{ABB2F571-E61C-D9DC-53A8-63F85A0B7A8E}"/>
              </a:ext>
            </a:extLst>
          </p:cNvPr>
          <p:cNvSpPr>
            <a:spLocks noChangeAspect="1"/>
          </p:cNvSpPr>
          <p:nvPr/>
        </p:nvSpPr>
        <p:spPr>
          <a:xfrm>
            <a:off x="8330823" y="3009650"/>
            <a:ext cx="1116000" cy="1116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Gráfico 32" descr="Paper con relleno sólido">
            <a:extLst>
              <a:ext uri="{FF2B5EF4-FFF2-40B4-BE49-F238E27FC236}">
                <a16:creationId xmlns:a16="http://schemas.microsoft.com/office/drawing/2014/main" id="{991B3041-030D-7D11-21A7-C6EB406FF0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88823" y="3326714"/>
            <a:ext cx="488135" cy="488135"/>
          </a:xfrm>
          <a:prstGeom prst="rect">
            <a:avLst/>
          </a:prstGeom>
          <a:effectLst/>
        </p:spPr>
      </p:pic>
      <p:pic>
        <p:nvPicPr>
          <p:cNvPr id="31" name="Gráfico 30" descr="Clipboard Partially Checked con relleno sólido">
            <a:extLst>
              <a:ext uri="{FF2B5EF4-FFF2-40B4-BE49-F238E27FC236}">
                <a16:creationId xmlns:a16="http://schemas.microsoft.com/office/drawing/2014/main" id="{16D8743B-CE36-2EEA-E09F-E77D94AA6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7418" y="3236284"/>
            <a:ext cx="612000" cy="612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33825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00D8A91-58BE-B544-07EF-7E466E93DD0C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4BCDA8C8-E720-80BC-ACF2-23AFDA460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BA645B02-1BD6-2899-11CF-E0571C5D5C36}"/>
                </a:ext>
              </a:extLst>
            </p:cNvPr>
            <p:cNvGrpSpPr/>
            <p:nvPr/>
          </p:nvGrpSpPr>
          <p:grpSpPr>
            <a:xfrm>
              <a:off x="468239" y="128351"/>
              <a:ext cx="15131221" cy="8609986"/>
              <a:chOff x="468239" y="128351"/>
              <a:chExt cx="15131221" cy="8609986"/>
            </a:xfrm>
          </p:grpSpPr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469DCC1-758D-C2E1-79E5-619C53C3139D}"/>
                  </a:ext>
                </a:extLst>
              </p:cNvPr>
              <p:cNvSpPr txBox="1"/>
              <p:nvPr/>
            </p:nvSpPr>
            <p:spPr>
              <a:xfrm>
                <a:off x="744813" y="128351"/>
                <a:ext cx="26480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GATI </a:t>
                </a:r>
                <a:r>
                  <a:rPr lang="es-CL" sz="2400" b="1" spc="300" noProof="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·</a:t>
                </a:r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ENTREGA 2</a:t>
                </a:r>
              </a:p>
            </p:txBody>
          </p:sp>
          <p:cxnSp>
            <p:nvCxnSpPr>
              <p:cNvPr id="10" name="Conector recto 9">
                <a:extLst>
                  <a:ext uri="{FF2B5EF4-FFF2-40B4-BE49-F238E27FC236}">
                    <a16:creationId xmlns:a16="http://schemas.microsoft.com/office/drawing/2014/main" id="{E006F8CB-BC01-A240-D2A5-AA3999685C6E}"/>
                  </a:ext>
                </a:extLst>
              </p:cNvPr>
              <p:cNvCxnSpPr/>
              <p:nvPr/>
            </p:nvCxnSpPr>
            <p:spPr>
              <a:xfrm>
                <a:off x="468239" y="8343728"/>
                <a:ext cx="15012000" cy="0"/>
              </a:xfrm>
              <a:prstGeom prst="line">
                <a:avLst/>
              </a:prstGeom>
              <a:ln w="41275" cap="rnd">
                <a:solidFill>
                  <a:schemeClr val="tx2">
                    <a:lumMod val="50000"/>
                    <a:lumOff val="50000"/>
                  </a:schemeClr>
                </a:soli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9E8B1AE-5CD3-0D97-698F-25472E0007BF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D000E1C-33B5-E220-707D-CF630ADC4510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04</a:t>
                </a:r>
              </a:p>
            </p:txBody>
          </p: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940AB10F-7D1D-83FA-8A29-C1F0F1650EB7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C1BE4C5-11BD-B537-7AF2-4E8CC3FB8FF6}"/>
              </a:ext>
            </a:extLst>
          </p:cNvPr>
          <p:cNvGrpSpPr/>
          <p:nvPr/>
        </p:nvGrpSpPr>
        <p:grpSpPr>
          <a:xfrm>
            <a:off x="563681" y="2142859"/>
            <a:ext cx="6671306" cy="5125775"/>
            <a:chOff x="2180078" y="2579830"/>
            <a:chExt cx="5771299" cy="2244987"/>
          </a:xfrm>
        </p:grpSpPr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E43BE82A-E295-1747-1EB8-C6B46AC499D8}"/>
                </a:ext>
              </a:extLst>
            </p:cNvPr>
            <p:cNvSpPr/>
            <p:nvPr/>
          </p:nvSpPr>
          <p:spPr>
            <a:xfrm>
              <a:off x="2180084" y="2589617"/>
              <a:ext cx="5771293" cy="2235200"/>
            </a:xfrm>
            <a:prstGeom prst="roundRect">
              <a:avLst>
                <a:gd name="adj" fmla="val 235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88000" rtlCol="0" anchor="ctr"/>
            <a:lstStyle/>
            <a:p>
              <a:endParaRPr lang="es-CL" sz="2100" b="1" noProof="0" dirty="0">
                <a:solidFill>
                  <a:srgbClr val="10F6FF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5" name="Rectángulo: esquinas superiores redondeadas 44">
              <a:extLst>
                <a:ext uri="{FF2B5EF4-FFF2-40B4-BE49-F238E27FC236}">
                  <a16:creationId xmlns:a16="http://schemas.microsoft.com/office/drawing/2014/main" id="{AE0705CA-E3C0-65BC-3BEA-2A66D7C3D1D1}"/>
                </a:ext>
              </a:extLst>
            </p:cNvPr>
            <p:cNvSpPr/>
            <p:nvPr/>
          </p:nvSpPr>
          <p:spPr>
            <a:xfrm>
              <a:off x="2180078" y="2579830"/>
              <a:ext cx="5771299" cy="134893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13E1F2"/>
                </a:gs>
                <a:gs pos="48000">
                  <a:srgbClr val="0DABC5"/>
                </a:gs>
                <a:gs pos="100000">
                  <a:srgbClr val="10F6FF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2244D51-B845-F537-C010-C218B30B8E96}"/>
              </a:ext>
            </a:extLst>
          </p:cNvPr>
          <p:cNvSpPr txBox="1"/>
          <p:nvPr/>
        </p:nvSpPr>
        <p:spPr>
          <a:xfrm>
            <a:off x="837631" y="2493334"/>
            <a:ext cx="266893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600" b="1" noProof="0" dirty="0">
                <a:solidFill>
                  <a:srgbClr val="3DF5FA"/>
                </a:solidFill>
              </a:rPr>
              <a:t>Objetivo de GATI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E2D108-B6EF-528D-3BE2-E9CE6DC87C2C}"/>
              </a:ext>
            </a:extLst>
          </p:cNvPr>
          <p:cNvSpPr txBox="1"/>
          <p:nvPr/>
        </p:nvSpPr>
        <p:spPr>
          <a:xfrm>
            <a:off x="744813" y="3174411"/>
            <a:ext cx="6415598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1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Centralizar la gestión de equipos y licencias para mantener identificados sus responsables, estados y movimientos durante todo su ciclo de vida.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39068A4-0BB5-E001-7D6B-918C8F9C7FE8}"/>
              </a:ext>
            </a:extLst>
          </p:cNvPr>
          <p:cNvCxnSpPr>
            <a:cxnSpLocks/>
          </p:cNvCxnSpPr>
          <p:nvPr/>
        </p:nvCxnSpPr>
        <p:spPr>
          <a:xfrm>
            <a:off x="973573" y="5994403"/>
            <a:ext cx="6009118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27E1F69-14A9-DF4E-A3E8-F44842353957}"/>
              </a:ext>
            </a:extLst>
          </p:cNvPr>
          <p:cNvSpPr txBox="1"/>
          <p:nvPr/>
        </p:nvSpPr>
        <p:spPr>
          <a:xfrm>
            <a:off x="885286" y="6073325"/>
            <a:ext cx="6275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noProof="0" dirty="0">
                <a:solidFill>
                  <a:srgbClr val="94C5F1"/>
                </a:solidFill>
              </a:rPr>
              <a:t>Desde la recepción hasta la devolución, reasignación o baja.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C0FEDA2-6F03-6462-EF88-2875063D0BDF}"/>
              </a:ext>
            </a:extLst>
          </p:cNvPr>
          <p:cNvSpPr txBox="1"/>
          <p:nvPr/>
        </p:nvSpPr>
        <p:spPr>
          <a:xfrm>
            <a:off x="7629103" y="2295711"/>
            <a:ext cx="4258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Beneficios esperados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E2AB90F-7957-2D0C-4F6A-68483685DD61}"/>
              </a:ext>
            </a:extLst>
          </p:cNvPr>
          <p:cNvSpPr txBox="1"/>
          <p:nvPr/>
        </p:nvSpPr>
        <p:spPr>
          <a:xfrm>
            <a:off x="7900883" y="3649752"/>
            <a:ext cx="2431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 control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9F94621-17C1-26FB-441B-D34856788FCB}"/>
              </a:ext>
            </a:extLst>
          </p:cNvPr>
          <p:cNvSpPr txBox="1"/>
          <p:nvPr/>
        </p:nvSpPr>
        <p:spPr>
          <a:xfrm>
            <a:off x="11928138" y="3649751"/>
            <a:ext cx="3406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 trabajo manual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6526423-FEC9-065F-ECBF-562F2DA1A866}"/>
              </a:ext>
            </a:extLst>
          </p:cNvPr>
          <p:cNvSpPr txBox="1"/>
          <p:nvPr/>
        </p:nvSpPr>
        <p:spPr>
          <a:xfrm>
            <a:off x="11978062" y="5994403"/>
            <a:ext cx="3406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Mejores decisiones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D616049-81FA-5350-F61A-61769DD4DB92}"/>
              </a:ext>
            </a:extLst>
          </p:cNvPr>
          <p:cNvSpPr txBox="1"/>
          <p:nvPr/>
        </p:nvSpPr>
        <p:spPr>
          <a:xfrm>
            <a:off x="7900883" y="5989525"/>
            <a:ext cx="3936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spc="-15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Trazabilidad documental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149528D-C253-9379-6E8E-9491F7FBB4C5}"/>
              </a:ext>
            </a:extLst>
          </p:cNvPr>
          <p:cNvSpPr txBox="1"/>
          <p:nvPr/>
        </p:nvSpPr>
        <p:spPr>
          <a:xfrm>
            <a:off x="7900883" y="4037559"/>
            <a:ext cx="32984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noProof="0" dirty="0">
                <a:solidFill>
                  <a:srgbClr val="94C5F1"/>
                </a:solidFill>
              </a:rPr>
              <a:t>Conocer los activos disponibles, asignados y dados de baja.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B7B6E09-BBDE-10EA-6FD0-9248F62812C9}"/>
              </a:ext>
            </a:extLst>
          </p:cNvPr>
          <p:cNvSpPr txBox="1"/>
          <p:nvPr/>
        </p:nvSpPr>
        <p:spPr>
          <a:xfrm>
            <a:off x="7948644" y="6424689"/>
            <a:ext cx="32984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noProof="0" dirty="0">
                <a:solidFill>
                  <a:srgbClr val="94C5F1"/>
                </a:solidFill>
              </a:rPr>
              <a:t>Vincular movimientos, responsables y actas de respaldo.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2173D56-6EBF-D413-06E9-B6E3F104FA8C}"/>
              </a:ext>
            </a:extLst>
          </p:cNvPr>
          <p:cNvSpPr txBox="1"/>
          <p:nvPr/>
        </p:nvSpPr>
        <p:spPr>
          <a:xfrm>
            <a:off x="11981921" y="6417368"/>
            <a:ext cx="3298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noProof="0" dirty="0">
                <a:solidFill>
                  <a:srgbClr val="94C5F1"/>
                </a:solidFill>
              </a:rPr>
              <a:t>Apoyar la reutilización y planificación de recursos.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F8DABED-4F9E-A836-95D2-BF26E865BEA2}"/>
              </a:ext>
            </a:extLst>
          </p:cNvPr>
          <p:cNvSpPr txBox="1"/>
          <p:nvPr/>
        </p:nvSpPr>
        <p:spPr>
          <a:xfrm>
            <a:off x="11961801" y="4037559"/>
            <a:ext cx="32984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noProof="0" dirty="0">
                <a:solidFill>
                  <a:srgbClr val="94C5F1"/>
                </a:solidFill>
              </a:rPr>
              <a:t>Reducir búsquedas y conciliaciones entre distintas fuentes.</a:t>
            </a:r>
          </a:p>
        </p:txBody>
      </p:sp>
      <p:pic>
        <p:nvPicPr>
          <p:cNvPr id="34" name="Gráfico 33" descr="Single gear contorno">
            <a:extLst>
              <a:ext uri="{FF2B5EF4-FFF2-40B4-BE49-F238E27FC236}">
                <a16:creationId xmlns:a16="http://schemas.microsoft.com/office/drawing/2014/main" id="{9E9D9070-385E-1BF8-565D-DFB8C1D4C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87498" y="2891423"/>
            <a:ext cx="864000" cy="864000"/>
          </a:xfrm>
          <a:prstGeom prst="rect">
            <a:avLst/>
          </a:prstGeom>
          <a:effectLst/>
        </p:spPr>
      </p:pic>
      <p:pic>
        <p:nvPicPr>
          <p:cNvPr id="35" name="Gráfico 34" descr="Signal con relleno sólido">
            <a:extLst>
              <a:ext uri="{FF2B5EF4-FFF2-40B4-BE49-F238E27FC236}">
                <a16:creationId xmlns:a16="http://schemas.microsoft.com/office/drawing/2014/main" id="{848598F1-A592-AB47-A000-53872E9FA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49683" y="5357970"/>
            <a:ext cx="880514" cy="737640"/>
          </a:xfrm>
          <a:prstGeom prst="rect">
            <a:avLst/>
          </a:prstGeom>
        </p:spPr>
      </p:pic>
      <p:pic>
        <p:nvPicPr>
          <p:cNvPr id="36" name="Gráfico 35" descr="Television con relleno sólido">
            <a:extLst>
              <a:ext uri="{FF2B5EF4-FFF2-40B4-BE49-F238E27FC236}">
                <a16:creationId xmlns:a16="http://schemas.microsoft.com/office/drawing/2014/main" id="{0DD1CDF8-436F-34AD-0958-98346375D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8023" y="2975905"/>
            <a:ext cx="601810" cy="745966"/>
          </a:xfrm>
          <a:prstGeom prst="rect">
            <a:avLst/>
          </a:prstGeom>
        </p:spPr>
      </p:pic>
      <p:pic>
        <p:nvPicPr>
          <p:cNvPr id="37" name="Gráfico 36" descr="Clipboard con relleno sólido">
            <a:extLst>
              <a:ext uri="{FF2B5EF4-FFF2-40B4-BE49-F238E27FC236}">
                <a16:creationId xmlns:a16="http://schemas.microsoft.com/office/drawing/2014/main" id="{E36B69A7-8262-7176-CB18-A400D6610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00883" y="5278552"/>
            <a:ext cx="728950" cy="768757"/>
          </a:xfrm>
          <a:prstGeom prst="rect">
            <a:avLst/>
          </a:prstGeom>
        </p:spPr>
      </p:pic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590319AC-CE3D-F54C-D404-E7E3B0BF4252}"/>
              </a:ext>
            </a:extLst>
          </p:cNvPr>
          <p:cNvCxnSpPr>
            <a:cxnSpLocks/>
          </p:cNvCxnSpPr>
          <p:nvPr/>
        </p:nvCxnSpPr>
        <p:spPr>
          <a:xfrm>
            <a:off x="11480999" y="3102741"/>
            <a:ext cx="0" cy="4085238"/>
          </a:xfrm>
          <a:prstGeom prst="line">
            <a:avLst/>
          </a:prstGeom>
          <a:ln w="41275" cap="rnd">
            <a:solidFill>
              <a:schemeClr val="tx2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1EF3809-8251-9900-91FD-106214F956BF}"/>
              </a:ext>
            </a:extLst>
          </p:cNvPr>
          <p:cNvCxnSpPr>
            <a:cxnSpLocks/>
          </p:cNvCxnSpPr>
          <p:nvPr/>
        </p:nvCxnSpPr>
        <p:spPr>
          <a:xfrm>
            <a:off x="7974239" y="5170218"/>
            <a:ext cx="7306158" cy="0"/>
          </a:xfrm>
          <a:prstGeom prst="line">
            <a:avLst/>
          </a:prstGeom>
          <a:ln w="41275" cap="rnd">
            <a:solidFill>
              <a:schemeClr val="tx2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7D7978B-A95D-D82A-E985-258597BDC1D1}"/>
              </a:ext>
            </a:extLst>
          </p:cNvPr>
          <p:cNvCxnSpPr>
            <a:cxnSpLocks/>
          </p:cNvCxnSpPr>
          <p:nvPr/>
        </p:nvCxnSpPr>
        <p:spPr>
          <a:xfrm>
            <a:off x="576936" y="1317476"/>
            <a:ext cx="1147446" cy="0"/>
          </a:xfrm>
          <a:prstGeom prst="line">
            <a:avLst/>
          </a:prstGeom>
          <a:ln w="76200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seño e Inicio del Desarrollo">
            <a:extLst>
              <a:ext uri="{FF2B5EF4-FFF2-40B4-BE49-F238E27FC236}">
                <a16:creationId xmlns:a16="http://schemas.microsoft.com/office/drawing/2014/main" id="{8EBFA38D-46A8-ECDB-9FDD-6748FAFE16EF}"/>
              </a:ext>
            </a:extLst>
          </p:cNvPr>
          <p:cNvSpPr>
            <a:spLocks noGrp="1"/>
          </p:cNvSpPr>
          <p:nvPr/>
        </p:nvSpPr>
        <p:spPr>
          <a:xfrm>
            <a:off x="576936" y="1585232"/>
            <a:ext cx="9755784" cy="4851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r>
              <a:rPr lang="es-CL" sz="240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solución para fortalecer el control de recursos tecnológicos.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942DAD3-2B75-EFBA-7BF6-8276E40634E8}"/>
              </a:ext>
            </a:extLst>
          </p:cNvPr>
          <p:cNvSpPr txBox="1"/>
          <p:nvPr/>
        </p:nvSpPr>
        <p:spPr>
          <a:xfrm>
            <a:off x="420624" y="451920"/>
            <a:ext cx="104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b="1" dirty="0">
                <a:solidFill>
                  <a:schemeClr val="bg1"/>
                </a:solidFill>
                <a:latin typeface="Arial Black" panose="020B0A04020102020204" pitchFamily="34" charset="0"/>
              </a:rPr>
              <a:t>Objetivo y propuesta de valor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177DE0E-648B-359B-50CD-3BB401057827}"/>
              </a:ext>
            </a:extLst>
          </p:cNvPr>
          <p:cNvGrpSpPr/>
          <p:nvPr/>
        </p:nvGrpSpPr>
        <p:grpSpPr>
          <a:xfrm>
            <a:off x="625218" y="7418337"/>
            <a:ext cx="14855019" cy="794101"/>
            <a:chOff x="625218" y="9207235"/>
            <a:chExt cx="14551329" cy="794101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B6518D57-46BF-BA38-D0AE-0713695EFFB9}"/>
                </a:ext>
              </a:extLst>
            </p:cNvPr>
            <p:cNvGrpSpPr/>
            <p:nvPr/>
          </p:nvGrpSpPr>
          <p:grpSpPr>
            <a:xfrm>
              <a:off x="625218" y="9207235"/>
              <a:ext cx="14551329" cy="794101"/>
              <a:chOff x="549595" y="6561798"/>
              <a:chExt cx="14860014" cy="1197431"/>
            </a:xfrm>
          </p:grpSpPr>
          <p:sp>
            <p:nvSpPr>
              <p:cNvPr id="47" name="Rectángulo: esquinas redondeadas 46">
                <a:extLst>
                  <a:ext uri="{FF2B5EF4-FFF2-40B4-BE49-F238E27FC236}">
                    <a16:creationId xmlns:a16="http://schemas.microsoft.com/office/drawing/2014/main" id="{A96E3E70-6122-ED28-E854-8ED1AE2B6887}"/>
                  </a:ext>
                </a:extLst>
              </p:cNvPr>
              <p:cNvSpPr/>
              <p:nvPr/>
            </p:nvSpPr>
            <p:spPr>
              <a:xfrm>
                <a:off x="637694" y="6561798"/>
                <a:ext cx="14771915" cy="1197427"/>
              </a:xfrm>
              <a:prstGeom prst="roundRect">
                <a:avLst>
                  <a:gd name="adj" fmla="val 7114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r>
                  <a:rPr lang="es-CL" sz="2000" b="1" dirty="0">
                    <a:solidFill>
                      <a:srgbClr val="3DF5FA"/>
                    </a:solidFill>
                  </a:rPr>
                  <a:t>Información centralizada para gestionar mejor los activos y apoyar el trabajo institucional</a:t>
                </a:r>
              </a:p>
            </p:txBody>
          </p:sp>
          <p:sp>
            <p:nvSpPr>
              <p:cNvPr id="48" name="Rectángulo: esquinas superiores redondeadas 47">
                <a:extLst>
                  <a:ext uri="{FF2B5EF4-FFF2-40B4-BE49-F238E27FC236}">
                    <a16:creationId xmlns:a16="http://schemas.microsoft.com/office/drawing/2014/main" id="{59C6B615-E8C7-F55C-7B52-3AE5B8536F73}"/>
                  </a:ext>
                </a:extLst>
              </p:cNvPr>
              <p:cNvSpPr/>
              <p:nvPr/>
            </p:nvSpPr>
            <p:spPr>
              <a:xfrm rot="16200000">
                <a:off x="38980" y="7072417"/>
                <a:ext cx="1197427" cy="176197"/>
              </a:xfrm>
              <a:prstGeom prst="round2SameRect">
                <a:avLst>
                  <a:gd name="adj1" fmla="val 48919"/>
                  <a:gd name="adj2" fmla="val 0"/>
                </a:avLst>
              </a:prstGeom>
              <a:gradFill flip="none" rotWithShape="1">
                <a:gsLst>
                  <a:gs pos="0">
                    <a:srgbClr val="0199CF"/>
                  </a:gs>
                  <a:gs pos="54000">
                    <a:srgbClr val="01C1E5"/>
                  </a:gs>
                  <a:gs pos="100000">
                    <a:srgbClr val="03CEEB"/>
                  </a:gs>
                </a:gsLst>
                <a:lin ang="16200000" scaled="1"/>
                <a:tileRect/>
              </a:gradFill>
              <a:ln>
                <a:solidFill>
                  <a:srgbClr val="04F4F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pic>
          <p:nvPicPr>
            <p:cNvPr id="22" name="Gráfico 21" descr="Lights On con relleno sólido">
              <a:extLst>
                <a:ext uri="{FF2B5EF4-FFF2-40B4-BE49-F238E27FC236}">
                  <a16:creationId xmlns:a16="http://schemas.microsoft.com/office/drawing/2014/main" id="{5C6AE84D-35B9-7950-D323-7B089AC0C7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1939" y="9323259"/>
              <a:ext cx="576000" cy="576000"/>
            </a:xfrm>
            <a:prstGeom prst="rect">
              <a:avLst/>
            </a:prstGeom>
          </p:spPr>
        </p:pic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140E19BF-EB65-8481-DE23-83B400816E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2124" y="9394943"/>
              <a:ext cx="0" cy="418681"/>
            </a:xfrm>
            <a:prstGeom prst="line">
              <a:avLst/>
            </a:prstGeom>
            <a:ln w="28575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3917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upo 42">
            <a:extLst>
              <a:ext uri="{FF2B5EF4-FFF2-40B4-BE49-F238E27FC236}">
                <a16:creationId xmlns:a16="http://schemas.microsoft.com/office/drawing/2014/main" id="{D9A49E0C-4B12-3977-701D-7E64B517DEBA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46" name="Imagen 45">
              <a:extLst>
                <a:ext uri="{FF2B5EF4-FFF2-40B4-BE49-F238E27FC236}">
                  <a16:creationId xmlns:a16="http://schemas.microsoft.com/office/drawing/2014/main" id="{8D653C79-4E26-7EDA-684F-E5A52039E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AA6C4197-EA6E-1B06-9A23-A06108D1B422}"/>
                </a:ext>
              </a:extLst>
            </p:cNvPr>
            <p:cNvGrpSpPr/>
            <p:nvPr/>
          </p:nvGrpSpPr>
          <p:grpSpPr>
            <a:xfrm>
              <a:off x="456899" y="128351"/>
              <a:ext cx="15142561" cy="8609986"/>
              <a:chOff x="456899" y="128351"/>
              <a:chExt cx="15142561" cy="8609986"/>
            </a:xfrm>
          </p:grpSpPr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6A5F0140-FCAF-6382-DCB2-898EE138480E}"/>
                  </a:ext>
                </a:extLst>
              </p:cNvPr>
              <p:cNvSpPr txBox="1"/>
              <p:nvPr/>
            </p:nvSpPr>
            <p:spPr>
              <a:xfrm>
                <a:off x="744813" y="128351"/>
                <a:ext cx="26480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GATI </a:t>
                </a:r>
                <a:r>
                  <a:rPr lang="es-CL" sz="2400" b="1" spc="300" noProof="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·</a:t>
                </a:r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ENTREGA 2</a:t>
                </a:r>
              </a:p>
            </p:txBody>
          </p:sp>
          <p:cxnSp>
            <p:nvCxnSpPr>
              <p:cNvPr id="50" name="Conector recto 49">
                <a:extLst>
                  <a:ext uri="{FF2B5EF4-FFF2-40B4-BE49-F238E27FC236}">
                    <a16:creationId xmlns:a16="http://schemas.microsoft.com/office/drawing/2014/main" id="{71A3E476-1544-97DC-0FDA-7770A92478F7}"/>
                  </a:ext>
                </a:extLst>
              </p:cNvPr>
              <p:cNvCxnSpPr/>
              <p:nvPr/>
            </p:nvCxnSpPr>
            <p:spPr>
              <a:xfrm>
                <a:off x="456899" y="8206568"/>
                <a:ext cx="15012000" cy="0"/>
              </a:xfrm>
              <a:prstGeom prst="line">
                <a:avLst/>
              </a:prstGeom>
              <a:ln w="41275" cap="rnd">
                <a:solidFill>
                  <a:schemeClr val="tx2">
                    <a:lumMod val="50000"/>
                    <a:lumOff val="50000"/>
                  </a:schemeClr>
                </a:soli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D4B19861-B71C-1E2D-24F9-BA48D691C0AD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41A2A42F-AC6C-E2D4-1873-5FD2B5512DEE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05</a:t>
                </a:r>
              </a:p>
            </p:txBody>
          </p:sp>
        </p:grp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EFA29553-D252-E87D-9C45-0059083C109B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1E28A92A-F6BF-7687-6E9A-F63FAA27A104}"/>
              </a:ext>
            </a:extLst>
          </p:cNvPr>
          <p:cNvSpPr/>
          <p:nvPr/>
        </p:nvSpPr>
        <p:spPr>
          <a:xfrm>
            <a:off x="5013724" y="2240306"/>
            <a:ext cx="10096500" cy="4680567"/>
          </a:xfrm>
          <a:prstGeom prst="roundRect">
            <a:avLst>
              <a:gd name="adj" fmla="val 5019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88000" rtlCol="0" anchor="ctr"/>
          <a:lstStyle/>
          <a:p>
            <a:endParaRPr lang="es-CL" sz="2100" b="1" noProof="0" dirty="0">
              <a:solidFill>
                <a:srgbClr val="10F6FF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scenario">
            <a:extLst>
              <a:ext uri="{FF2B5EF4-FFF2-40B4-BE49-F238E27FC236}">
                <a16:creationId xmlns:a16="http://schemas.microsoft.com/office/drawing/2014/main" id="{212B0470-8AEF-382E-14C5-CBA9CB48C662}"/>
              </a:ext>
            </a:extLst>
          </p:cNvPr>
          <p:cNvSpPr>
            <a:spLocks noGrp="1"/>
          </p:cNvSpPr>
          <p:nvPr/>
        </p:nvSpPr>
        <p:spPr>
          <a:xfrm>
            <a:off x="5248009" y="2519341"/>
            <a:ext cx="6772102" cy="281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1">
                <a:solidFill>
                  <a:srgbClr val="24DDE9"/>
                </a:solidFill>
              </a:defRPr>
            </a:defPPr>
            <a:lvl1pPr>
              <a:defRPr sz="1725" b="1">
                <a:solidFill>
                  <a:srgbClr val="24DDE9"/>
                </a:solidFill>
              </a:defRPr>
            </a:lvl1pPr>
            <a:lvl2pPr>
              <a:defRPr sz="1725" b="1">
                <a:solidFill>
                  <a:srgbClr val="24DDE9"/>
                </a:solidFill>
              </a:defRPr>
            </a:lvl2pPr>
            <a:lvl3pPr>
              <a:defRPr sz="1725" b="1">
                <a:solidFill>
                  <a:srgbClr val="24DDE9"/>
                </a:solidFill>
              </a:defRPr>
            </a:lvl3pPr>
            <a:lvl4pPr>
              <a:defRPr sz="1725" b="1">
                <a:solidFill>
                  <a:srgbClr val="24DDE9"/>
                </a:solidFill>
              </a:defRPr>
            </a:lvl4pPr>
            <a:lvl5pPr>
              <a:defRPr sz="1725" b="1">
                <a:solidFill>
                  <a:srgbClr val="24DDE9"/>
                </a:solidFill>
              </a:defRPr>
            </a:lvl5pPr>
            <a:lvl6pPr>
              <a:defRPr sz="1725" b="1">
                <a:solidFill>
                  <a:srgbClr val="24DDE9"/>
                </a:solidFill>
              </a:defRPr>
            </a:lvl6pPr>
            <a:lvl7pPr>
              <a:defRPr sz="1725" b="1">
                <a:solidFill>
                  <a:srgbClr val="24DDE9"/>
                </a:solidFill>
              </a:defRPr>
            </a:lvl7pPr>
            <a:lvl8pPr>
              <a:defRPr sz="1725" b="1">
                <a:solidFill>
                  <a:srgbClr val="24DDE9"/>
                </a:solidFill>
              </a:defRPr>
            </a:lvl8pPr>
            <a:lvl9pPr>
              <a:defRPr sz="1725" b="1">
                <a:solidFill>
                  <a:srgbClr val="24DDE9"/>
                </a:solidFill>
              </a:defRPr>
            </a:lvl9pPr>
          </a:lstStyle>
          <a:p>
            <a:pPr>
              <a:defRPr sz="1725" b="1">
                <a:solidFill>
                  <a:srgbClr val="24DDE9"/>
                </a:solidFill>
              </a:defRPr>
            </a:pPr>
            <a:r>
              <a:rPr lang="es-CL" sz="1725" b="1" noProof="0" dirty="0">
                <a:solidFill>
                  <a:srgbClr val="24DDE9"/>
                </a:solidFill>
              </a:rPr>
              <a:t>ESCENARIO · BÚSQUEDA DE UN ACTIVO Y SU RESPONSABLE</a:t>
            </a:r>
          </a:p>
        </p:txBody>
      </p:sp>
      <p:sp>
        <p:nvSpPr>
          <p:cNvPr id="19" name="gati">
            <a:extLst>
              <a:ext uri="{FF2B5EF4-FFF2-40B4-BE49-F238E27FC236}">
                <a16:creationId xmlns:a16="http://schemas.microsoft.com/office/drawing/2014/main" id="{04386E64-C12A-B41B-2465-A2F556D69402}"/>
              </a:ext>
            </a:extLst>
          </p:cNvPr>
          <p:cNvSpPr>
            <a:spLocks noGrp="1"/>
          </p:cNvSpPr>
          <p:nvPr/>
        </p:nvSpPr>
        <p:spPr>
          <a:xfrm>
            <a:off x="5219700" y="2971266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C8DFEF"/>
                </a:solidFill>
              </a:defRPr>
            </a:defPPr>
            <a:lvl1pPr>
              <a:defRPr sz="2325" b="1">
                <a:solidFill>
                  <a:srgbClr val="C8DFEF"/>
                </a:solidFill>
              </a:defRPr>
            </a:lvl1pPr>
            <a:lvl2pPr>
              <a:defRPr sz="2325" b="1">
                <a:solidFill>
                  <a:srgbClr val="C8DFEF"/>
                </a:solidFill>
              </a:defRPr>
            </a:lvl2pPr>
            <a:lvl3pPr>
              <a:defRPr sz="2325" b="1">
                <a:solidFill>
                  <a:srgbClr val="C8DFEF"/>
                </a:solidFill>
              </a:defRPr>
            </a:lvl3pPr>
            <a:lvl4pPr>
              <a:defRPr sz="2325" b="1">
                <a:solidFill>
                  <a:srgbClr val="C8DFEF"/>
                </a:solidFill>
              </a:defRPr>
            </a:lvl4pPr>
            <a:lvl5pPr>
              <a:defRPr sz="2325" b="1">
                <a:solidFill>
                  <a:srgbClr val="C8DFEF"/>
                </a:solidFill>
              </a:defRPr>
            </a:lvl5pPr>
            <a:lvl6pPr>
              <a:defRPr sz="2325" b="1">
                <a:solidFill>
                  <a:srgbClr val="C8DFEF"/>
                </a:solidFill>
              </a:defRPr>
            </a:lvl6pPr>
            <a:lvl7pPr>
              <a:defRPr sz="2325" b="1">
                <a:solidFill>
                  <a:srgbClr val="C8DFEF"/>
                </a:solidFill>
              </a:defRPr>
            </a:lvl7pPr>
            <a:lvl8pPr>
              <a:defRPr sz="2325" b="1">
                <a:solidFill>
                  <a:srgbClr val="C8DFEF"/>
                </a:solidFill>
              </a:defRPr>
            </a:lvl8pPr>
            <a:lvl9pPr>
              <a:defRPr sz="2325" b="1">
                <a:solidFill>
                  <a:srgbClr val="C8DFEF"/>
                </a:solidFill>
              </a:defRPr>
            </a:lvl9pPr>
          </a:lstStyle>
          <a:p>
            <a:pPr>
              <a:defRPr sz="2325" b="1">
                <a:solidFill>
                  <a:srgbClr val="C8DFEF"/>
                </a:solidFill>
              </a:defRPr>
            </a:pPr>
            <a:r>
              <a:rPr lang="es-CL" sz="2325" b="1" noProof="0" dirty="0">
                <a:solidFill>
                  <a:srgbClr val="C8DF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 en GATI</a:t>
            </a:r>
          </a:p>
        </p:txBody>
      </p:sp>
      <p:sp>
        <p:nvSpPr>
          <p:cNvPr id="21" name="gati-time">
            <a:extLst>
              <a:ext uri="{FF2B5EF4-FFF2-40B4-BE49-F238E27FC236}">
                <a16:creationId xmlns:a16="http://schemas.microsoft.com/office/drawing/2014/main" id="{C5A4ACD6-F0DF-56D6-8AF0-DE546E89178A}"/>
              </a:ext>
            </a:extLst>
          </p:cNvPr>
          <p:cNvSpPr>
            <a:spLocks noGrp="1"/>
          </p:cNvSpPr>
          <p:nvPr/>
        </p:nvSpPr>
        <p:spPr>
          <a:xfrm>
            <a:off x="5661273" y="3525113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6300" b="1">
                <a:solidFill>
                  <a:srgbClr val="26DDE8"/>
                </a:solidFill>
              </a:defRPr>
            </a:defPPr>
            <a:lvl1pPr>
              <a:defRPr sz="6300" b="1">
                <a:solidFill>
                  <a:srgbClr val="26DDE8"/>
                </a:solidFill>
              </a:defRPr>
            </a:lvl1pPr>
            <a:lvl2pPr>
              <a:defRPr sz="6300" b="1">
                <a:solidFill>
                  <a:srgbClr val="26DDE8"/>
                </a:solidFill>
              </a:defRPr>
            </a:lvl2pPr>
            <a:lvl3pPr>
              <a:defRPr sz="6300" b="1">
                <a:solidFill>
                  <a:srgbClr val="26DDE8"/>
                </a:solidFill>
              </a:defRPr>
            </a:lvl3pPr>
            <a:lvl4pPr>
              <a:defRPr sz="6300" b="1">
                <a:solidFill>
                  <a:srgbClr val="26DDE8"/>
                </a:solidFill>
              </a:defRPr>
            </a:lvl4pPr>
            <a:lvl5pPr>
              <a:defRPr sz="6300" b="1">
                <a:solidFill>
                  <a:srgbClr val="26DDE8"/>
                </a:solidFill>
              </a:defRPr>
            </a:lvl5pPr>
            <a:lvl6pPr>
              <a:defRPr sz="6300" b="1">
                <a:solidFill>
                  <a:srgbClr val="26DDE8"/>
                </a:solidFill>
              </a:defRPr>
            </a:lvl6pPr>
            <a:lvl7pPr>
              <a:defRPr sz="6300" b="1">
                <a:solidFill>
                  <a:srgbClr val="26DDE8"/>
                </a:solidFill>
              </a:defRPr>
            </a:lvl7pPr>
            <a:lvl8pPr>
              <a:defRPr sz="6300" b="1">
                <a:solidFill>
                  <a:srgbClr val="26DDE8"/>
                </a:solidFill>
              </a:defRPr>
            </a:lvl8pPr>
            <a:lvl9pPr>
              <a:defRPr sz="6300" b="1">
                <a:solidFill>
                  <a:srgbClr val="26DDE8"/>
                </a:solidFill>
              </a:defRPr>
            </a:lvl9pPr>
          </a:lstStyle>
          <a:p>
            <a:pPr>
              <a:defRPr sz="6300" b="1">
                <a:solidFill>
                  <a:srgbClr val="26DDE8"/>
                </a:solidFill>
              </a:defRPr>
            </a:pPr>
            <a:r>
              <a:rPr lang="es-CL" sz="6300" b="1" noProof="0" dirty="0">
                <a:solidFill>
                  <a:srgbClr val="26DDE8"/>
                </a:solidFill>
                <a:latin typeface="Arial Black" panose="020B0A04020102020204" pitchFamily="34" charset="0"/>
              </a:rPr>
              <a:t>3</a:t>
            </a:r>
            <a:r>
              <a:rPr lang="es-CL" sz="6300" b="1" noProof="0" dirty="0">
                <a:solidFill>
                  <a:srgbClr val="26DDE8"/>
                </a:solidFill>
              </a:rPr>
              <a:t> min</a:t>
            </a:r>
          </a:p>
        </p:txBody>
      </p:sp>
      <p:sp>
        <p:nvSpPr>
          <p:cNvPr id="23" name="gati-context">
            <a:extLst>
              <a:ext uri="{FF2B5EF4-FFF2-40B4-BE49-F238E27FC236}">
                <a16:creationId xmlns:a16="http://schemas.microsoft.com/office/drawing/2014/main" id="{D4EA6F84-7E67-488C-22BF-9DDA001C180E}"/>
              </a:ext>
            </a:extLst>
          </p:cNvPr>
          <p:cNvSpPr>
            <a:spLocks noGrp="1"/>
          </p:cNvSpPr>
          <p:nvPr/>
        </p:nvSpPr>
        <p:spPr>
          <a:xfrm>
            <a:off x="5613648" y="4759952"/>
            <a:ext cx="4191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0">
                <a:solidFill>
                  <a:srgbClr val="ADD4E8"/>
                </a:solidFill>
              </a:defRPr>
            </a:defPPr>
            <a:lvl1pPr>
              <a:defRPr sz="2100" b="0">
                <a:solidFill>
                  <a:srgbClr val="ADD4E8"/>
                </a:solidFill>
              </a:defRPr>
            </a:lvl1pPr>
            <a:lvl2pPr>
              <a:defRPr sz="2100" b="0">
                <a:solidFill>
                  <a:srgbClr val="ADD4E8"/>
                </a:solidFill>
              </a:defRPr>
            </a:lvl2pPr>
            <a:lvl3pPr>
              <a:defRPr sz="2100" b="0">
                <a:solidFill>
                  <a:srgbClr val="ADD4E8"/>
                </a:solidFill>
              </a:defRPr>
            </a:lvl3pPr>
            <a:lvl4pPr>
              <a:defRPr sz="2100" b="0">
                <a:solidFill>
                  <a:srgbClr val="ADD4E8"/>
                </a:solidFill>
              </a:defRPr>
            </a:lvl4pPr>
            <a:lvl5pPr>
              <a:defRPr sz="2100" b="0">
                <a:solidFill>
                  <a:srgbClr val="ADD4E8"/>
                </a:solidFill>
              </a:defRPr>
            </a:lvl5pPr>
            <a:lvl6pPr>
              <a:defRPr sz="2100" b="0">
                <a:solidFill>
                  <a:srgbClr val="ADD4E8"/>
                </a:solidFill>
              </a:defRPr>
            </a:lvl6pPr>
            <a:lvl7pPr>
              <a:defRPr sz="2100" b="0">
                <a:solidFill>
                  <a:srgbClr val="ADD4E8"/>
                </a:solidFill>
              </a:defRPr>
            </a:lvl7pPr>
            <a:lvl8pPr>
              <a:defRPr sz="2100" b="0">
                <a:solidFill>
                  <a:srgbClr val="ADD4E8"/>
                </a:solidFill>
              </a:defRPr>
            </a:lvl8pPr>
            <a:lvl9pPr>
              <a:defRPr sz="2100" b="0">
                <a:solidFill>
                  <a:srgbClr val="ADD4E8"/>
                </a:solidFill>
              </a:defRPr>
            </a:lvl9pPr>
          </a:lstStyle>
          <a:p>
            <a:pPr>
              <a:defRPr sz="2100" b="0">
                <a:solidFill>
                  <a:srgbClr val="ADD4E8"/>
                </a:solidFill>
              </a:defRPr>
            </a:pPr>
            <a:r>
              <a:rPr lang="es-CL" sz="2100" b="0" noProof="0" dirty="0">
                <a:solidFill>
                  <a:srgbClr val="ADD4E8"/>
                </a:solidFill>
              </a:rPr>
              <a:t>Información centralizada</a:t>
            </a:r>
          </a:p>
          <a:p>
            <a:pPr>
              <a:defRPr sz="2100" b="0">
                <a:solidFill>
                  <a:srgbClr val="ADD4E8"/>
                </a:solidFill>
              </a:defRPr>
            </a:pPr>
            <a:r>
              <a:rPr lang="es-CL" sz="2100" b="0" noProof="0" dirty="0">
                <a:solidFill>
                  <a:srgbClr val="ADD4E8"/>
                </a:solidFill>
              </a:rPr>
              <a:t>del activo y su historial</a:t>
            </a:r>
          </a:p>
        </p:txBody>
      </p:sp>
      <p:sp>
        <p:nvSpPr>
          <p:cNvPr id="25" name="saving">
            <a:extLst>
              <a:ext uri="{FF2B5EF4-FFF2-40B4-BE49-F238E27FC236}">
                <a16:creationId xmlns:a16="http://schemas.microsoft.com/office/drawing/2014/main" id="{D351E34E-A030-D101-6489-9E3FAD105C18}"/>
              </a:ext>
            </a:extLst>
          </p:cNvPr>
          <p:cNvSpPr>
            <a:spLocks noGrp="1"/>
          </p:cNvSpPr>
          <p:nvPr/>
        </p:nvSpPr>
        <p:spPr>
          <a:xfrm>
            <a:off x="10454286" y="3390478"/>
            <a:ext cx="504825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6975" b="1">
                <a:solidFill>
                  <a:srgbClr val="24DDE9"/>
                </a:solidFill>
              </a:defRPr>
            </a:defPPr>
            <a:lvl1pPr>
              <a:defRPr sz="6975" b="1">
                <a:solidFill>
                  <a:srgbClr val="24DDE9"/>
                </a:solidFill>
              </a:defRPr>
            </a:lvl1pPr>
            <a:lvl2pPr>
              <a:defRPr sz="6975" b="1">
                <a:solidFill>
                  <a:srgbClr val="24DDE9"/>
                </a:solidFill>
              </a:defRPr>
            </a:lvl2pPr>
            <a:lvl3pPr>
              <a:defRPr sz="6975" b="1">
                <a:solidFill>
                  <a:srgbClr val="24DDE9"/>
                </a:solidFill>
              </a:defRPr>
            </a:lvl3pPr>
            <a:lvl4pPr>
              <a:defRPr sz="6975" b="1">
                <a:solidFill>
                  <a:srgbClr val="24DDE9"/>
                </a:solidFill>
              </a:defRPr>
            </a:lvl4pPr>
            <a:lvl5pPr>
              <a:defRPr sz="6975" b="1">
                <a:solidFill>
                  <a:srgbClr val="24DDE9"/>
                </a:solidFill>
              </a:defRPr>
            </a:lvl5pPr>
            <a:lvl6pPr>
              <a:defRPr sz="6975" b="1">
                <a:solidFill>
                  <a:srgbClr val="24DDE9"/>
                </a:solidFill>
              </a:defRPr>
            </a:lvl6pPr>
            <a:lvl7pPr>
              <a:defRPr sz="6975" b="1">
                <a:solidFill>
                  <a:srgbClr val="24DDE9"/>
                </a:solidFill>
              </a:defRPr>
            </a:lvl7pPr>
            <a:lvl8pPr>
              <a:defRPr sz="6975" b="1">
                <a:solidFill>
                  <a:srgbClr val="24DDE9"/>
                </a:solidFill>
              </a:defRPr>
            </a:lvl8pPr>
            <a:lvl9pPr>
              <a:defRPr sz="6975" b="1">
                <a:solidFill>
                  <a:srgbClr val="24DDE9"/>
                </a:solidFill>
              </a:defRPr>
            </a:lvl9pPr>
          </a:lstStyle>
          <a:p>
            <a:pPr>
              <a:defRPr sz="6975" b="1">
                <a:solidFill>
                  <a:srgbClr val="24DDE9"/>
                </a:solidFill>
              </a:defRPr>
            </a:pPr>
            <a:r>
              <a:rPr lang="es-CL" sz="6975" b="1" noProof="0" dirty="0">
                <a:solidFill>
                  <a:srgbClr val="24DDE9"/>
                </a:solidFill>
                <a:latin typeface="Arial Black" panose="020B0A04020102020204" pitchFamily="34" charset="0"/>
              </a:rPr>
              <a:t>20</a:t>
            </a:r>
            <a:r>
              <a:rPr lang="es-CL" sz="6975" b="1" noProof="0" dirty="0">
                <a:solidFill>
                  <a:srgbClr val="24DDE9"/>
                </a:solidFill>
              </a:rPr>
              <a:t> horas</a:t>
            </a:r>
          </a:p>
        </p:txBody>
      </p:sp>
      <p:sp>
        <p:nvSpPr>
          <p:cNvPr id="27" name="saving-context">
            <a:extLst>
              <a:ext uri="{FF2B5EF4-FFF2-40B4-BE49-F238E27FC236}">
                <a16:creationId xmlns:a16="http://schemas.microsoft.com/office/drawing/2014/main" id="{4527F6B2-550F-BB74-E338-AC973150B08F}"/>
              </a:ext>
            </a:extLst>
          </p:cNvPr>
          <p:cNvSpPr>
            <a:spLocks noGrp="1"/>
          </p:cNvSpPr>
          <p:nvPr/>
        </p:nvSpPr>
        <p:spPr>
          <a:xfrm>
            <a:off x="10550907" y="4502131"/>
            <a:ext cx="4648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lang="es-CL" sz="2400" b="1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podrían recuperarse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es-CL" sz="2400" b="1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cada 100 consultas</a:t>
            </a:r>
          </a:p>
        </p:txBody>
      </p:sp>
      <p:sp>
        <p:nvSpPr>
          <p:cNvPr id="29" name="delta">
            <a:extLst>
              <a:ext uri="{FF2B5EF4-FFF2-40B4-BE49-F238E27FC236}">
                <a16:creationId xmlns:a16="http://schemas.microsoft.com/office/drawing/2014/main" id="{3EBDE608-7092-ECE4-7970-2192A58E0C73}"/>
              </a:ext>
            </a:extLst>
          </p:cNvPr>
          <p:cNvSpPr>
            <a:spLocks noGrp="1"/>
          </p:cNvSpPr>
          <p:nvPr/>
        </p:nvSpPr>
        <p:spPr>
          <a:xfrm>
            <a:off x="5628966" y="5555311"/>
            <a:ext cx="3210426" cy="6189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625" b="1">
                <a:solidFill>
                  <a:srgbClr val="FFFFFF"/>
                </a:solidFill>
              </a:defRPr>
            </a:defPPr>
            <a:lvl1pPr>
              <a:defRPr sz="2625" b="1">
                <a:solidFill>
                  <a:srgbClr val="FFFFFF"/>
                </a:solidFill>
              </a:defRPr>
            </a:lvl1pPr>
            <a:lvl2pPr>
              <a:defRPr sz="2625" b="1">
                <a:solidFill>
                  <a:srgbClr val="FFFFFF"/>
                </a:solidFill>
              </a:defRPr>
            </a:lvl2pPr>
            <a:lvl3pPr>
              <a:defRPr sz="2625" b="1">
                <a:solidFill>
                  <a:srgbClr val="FFFFFF"/>
                </a:solidFill>
              </a:defRPr>
            </a:lvl3pPr>
            <a:lvl4pPr>
              <a:defRPr sz="2625" b="1">
                <a:solidFill>
                  <a:srgbClr val="FFFFFF"/>
                </a:solidFill>
              </a:defRPr>
            </a:lvl4pPr>
            <a:lvl5pPr>
              <a:defRPr sz="2625" b="1">
                <a:solidFill>
                  <a:srgbClr val="FFFFFF"/>
                </a:solidFill>
              </a:defRPr>
            </a:lvl5pPr>
            <a:lvl6pPr>
              <a:defRPr sz="2625" b="1">
                <a:solidFill>
                  <a:srgbClr val="FFFFFF"/>
                </a:solidFill>
              </a:defRPr>
            </a:lvl6pPr>
            <a:lvl7pPr>
              <a:defRPr sz="2625" b="1">
                <a:solidFill>
                  <a:srgbClr val="FFFFFF"/>
                </a:solidFill>
              </a:defRPr>
            </a:lvl7pPr>
            <a:lvl8pPr>
              <a:defRPr sz="2625" b="1">
                <a:solidFill>
                  <a:srgbClr val="FFFFFF"/>
                </a:solidFill>
              </a:defRPr>
            </a:lvl8pPr>
            <a:lvl9pPr>
              <a:defRPr sz="2625" b="1">
                <a:solidFill>
                  <a:srgbClr val="FFFFFF"/>
                </a:solidFill>
              </a:defRPr>
            </a:lvl9pPr>
          </a:lstStyle>
          <a:p>
            <a:pPr>
              <a:defRPr sz="2625" b="1">
                <a:solidFill>
                  <a:srgbClr val="FFFFFF"/>
                </a:solidFill>
              </a:defRPr>
            </a:pPr>
            <a:r>
              <a:rPr lang="es-CL" sz="2625" b="1" noProof="0" dirty="0">
                <a:solidFill>
                  <a:srgbClr val="FFFFFF"/>
                </a:solidFill>
              </a:rPr>
              <a:t>12 minutos menos por consulta</a:t>
            </a:r>
          </a:p>
        </p:txBody>
      </p:sp>
      <p:sp>
        <p:nvSpPr>
          <p:cNvPr id="33" name="value">
            <a:extLst>
              <a:ext uri="{FF2B5EF4-FFF2-40B4-BE49-F238E27FC236}">
                <a16:creationId xmlns:a16="http://schemas.microsoft.com/office/drawing/2014/main" id="{53A54DFB-E74E-CCB5-93A0-442744449936}"/>
              </a:ext>
            </a:extLst>
          </p:cNvPr>
          <p:cNvSpPr>
            <a:spLocks noGrp="1"/>
          </p:cNvSpPr>
          <p:nvPr/>
        </p:nvSpPr>
        <p:spPr>
          <a:xfrm>
            <a:off x="10541382" y="5440927"/>
            <a:ext cx="46672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B6DAE9"/>
                </a:solidFill>
              </a:defRPr>
            </a:defPPr>
            <a:lvl1pPr>
              <a:defRPr sz="2175" b="0">
                <a:solidFill>
                  <a:srgbClr val="B6DAE9"/>
                </a:solidFill>
              </a:defRPr>
            </a:lvl1pPr>
            <a:lvl2pPr>
              <a:defRPr sz="2175" b="0">
                <a:solidFill>
                  <a:srgbClr val="B6DAE9"/>
                </a:solidFill>
              </a:defRPr>
            </a:lvl2pPr>
            <a:lvl3pPr>
              <a:defRPr sz="2175" b="0">
                <a:solidFill>
                  <a:srgbClr val="B6DAE9"/>
                </a:solidFill>
              </a:defRPr>
            </a:lvl3pPr>
            <a:lvl4pPr>
              <a:defRPr sz="2175" b="0">
                <a:solidFill>
                  <a:srgbClr val="B6DAE9"/>
                </a:solidFill>
              </a:defRPr>
            </a:lvl4pPr>
            <a:lvl5pPr>
              <a:defRPr sz="2175" b="0">
                <a:solidFill>
                  <a:srgbClr val="B6DAE9"/>
                </a:solidFill>
              </a:defRPr>
            </a:lvl5pPr>
            <a:lvl6pPr>
              <a:defRPr sz="2175" b="0">
                <a:solidFill>
                  <a:srgbClr val="B6DAE9"/>
                </a:solidFill>
              </a:defRPr>
            </a:lvl6pPr>
            <a:lvl7pPr>
              <a:defRPr sz="2175" b="0">
                <a:solidFill>
                  <a:srgbClr val="B6DAE9"/>
                </a:solidFill>
              </a:defRPr>
            </a:lvl7pPr>
            <a:lvl8pPr>
              <a:defRPr sz="2175" b="0">
                <a:solidFill>
                  <a:srgbClr val="B6DAE9"/>
                </a:solidFill>
              </a:defRPr>
            </a:lvl8pPr>
            <a:lvl9pPr>
              <a:defRPr sz="2175" b="0">
                <a:solidFill>
                  <a:srgbClr val="B6DAE9"/>
                </a:solidFill>
              </a:defRPr>
            </a:lvl9pPr>
          </a:lstStyle>
          <a:p>
            <a:pPr>
              <a:defRPr sz="2175" b="0">
                <a:solidFill>
                  <a:srgbClr val="B6DAE9"/>
                </a:solidFill>
              </a:defRPr>
            </a:pPr>
            <a:r>
              <a:rPr lang="es-CL" sz="2175" b="0" noProof="0" dirty="0">
                <a:solidFill>
                  <a:srgbClr val="B6DAE9"/>
                </a:solidFill>
              </a:rPr>
              <a:t>Tiempo disponible para</a:t>
            </a:r>
          </a:p>
          <a:p>
            <a:pPr>
              <a:defRPr sz="2175" b="0">
                <a:solidFill>
                  <a:srgbClr val="B6DAE9"/>
                </a:solidFill>
              </a:defRPr>
            </a:pPr>
            <a:r>
              <a:rPr lang="es-CL" sz="2175" b="0" noProof="0" dirty="0">
                <a:solidFill>
                  <a:srgbClr val="B6DAE9"/>
                </a:solidFill>
              </a:rPr>
              <a:t>soporte y control de activos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6664B10B-C443-4E13-3469-EBDC4D8D8932}"/>
              </a:ext>
            </a:extLst>
          </p:cNvPr>
          <p:cNvCxnSpPr>
            <a:cxnSpLocks/>
          </p:cNvCxnSpPr>
          <p:nvPr/>
        </p:nvCxnSpPr>
        <p:spPr>
          <a:xfrm>
            <a:off x="576936" y="1317476"/>
            <a:ext cx="1147446" cy="0"/>
          </a:xfrm>
          <a:prstGeom prst="line">
            <a:avLst/>
          </a:prstGeom>
          <a:ln w="76200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iseño e Inicio del Desarrollo">
            <a:extLst>
              <a:ext uri="{FF2B5EF4-FFF2-40B4-BE49-F238E27FC236}">
                <a16:creationId xmlns:a16="http://schemas.microsoft.com/office/drawing/2014/main" id="{10FCFF80-399F-821D-5019-F59DDC5B9C46}"/>
              </a:ext>
            </a:extLst>
          </p:cNvPr>
          <p:cNvSpPr>
            <a:spLocks noGrp="1"/>
          </p:cNvSpPr>
          <p:nvPr/>
        </p:nvSpPr>
        <p:spPr>
          <a:xfrm>
            <a:off x="576935" y="1585232"/>
            <a:ext cx="11672547" cy="4713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r>
              <a:rPr lang="es-CL" sz="240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información dispersa obliga a buscar en varias fuentes y puede no encontrarse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AE43E2-2DD7-A1B9-6C13-37C21CDF4E8E}"/>
              </a:ext>
            </a:extLst>
          </p:cNvPr>
          <p:cNvSpPr txBox="1"/>
          <p:nvPr/>
        </p:nvSpPr>
        <p:spPr>
          <a:xfrm>
            <a:off x="420624" y="451920"/>
            <a:ext cx="1501084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b="1" dirty="0">
                <a:solidFill>
                  <a:schemeClr val="bg1"/>
                </a:solidFill>
                <a:latin typeface="Arial Black" panose="020B0A04020102020204" pitchFamily="34" charset="0"/>
              </a:rPr>
              <a:t>Impacto potencial en el tiempo de gestión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B4B36BFC-24E4-DA74-B250-B39706032DBE}"/>
              </a:ext>
            </a:extLst>
          </p:cNvPr>
          <p:cNvGrpSpPr/>
          <p:nvPr/>
        </p:nvGrpSpPr>
        <p:grpSpPr>
          <a:xfrm>
            <a:off x="597904" y="2138842"/>
            <a:ext cx="4136021" cy="4883496"/>
            <a:chOff x="-4161355" y="1891593"/>
            <a:chExt cx="4136021" cy="4883496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8ADB235D-1088-4A0A-FC42-3CB73BAD1088}"/>
                </a:ext>
              </a:extLst>
            </p:cNvPr>
            <p:cNvGrpSpPr/>
            <p:nvPr/>
          </p:nvGrpSpPr>
          <p:grpSpPr>
            <a:xfrm>
              <a:off x="-4161355" y="1891593"/>
              <a:ext cx="4136021" cy="4883496"/>
              <a:chOff x="11356288" y="2354581"/>
              <a:chExt cx="4136021" cy="4883496"/>
            </a:xfrm>
          </p:grpSpPr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B324B209-E955-9439-A894-0E33C8ED6DA6}"/>
                  </a:ext>
                </a:extLst>
              </p:cNvPr>
              <p:cNvSpPr/>
              <p:nvPr/>
            </p:nvSpPr>
            <p:spPr>
              <a:xfrm>
                <a:off x="11356288" y="2354581"/>
                <a:ext cx="4136021" cy="4883496"/>
              </a:xfrm>
              <a:prstGeom prst="roundRect">
                <a:avLst>
                  <a:gd name="adj" fmla="val 2397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88000" rtlCol="0" anchor="ctr"/>
              <a:lstStyle/>
              <a:p>
                <a:endParaRPr lang="es-CL" sz="2800" b="1" spc="-15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1FD1FE90-8255-4903-A26B-DBA9D6E67BCC}"/>
                  </a:ext>
                </a:extLst>
              </p:cNvPr>
              <p:cNvSpPr txBox="1"/>
              <p:nvPr/>
            </p:nvSpPr>
            <p:spPr>
              <a:xfrm>
                <a:off x="11557409" y="3407175"/>
                <a:ext cx="182614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9600" b="1" noProof="0" dirty="0">
                    <a:solidFill>
                      <a:srgbClr val="13E1F2"/>
                    </a:solidFill>
                    <a:latin typeface="Arial Black" panose="020B0A04020102020204" pitchFamily="34" charset="0"/>
                  </a:rPr>
                  <a:t>15</a:t>
                </a:r>
              </a:p>
            </p:txBody>
          </p:sp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FE20C4E-7A6B-2822-064C-4EA5B7493C6B}"/>
                  </a:ext>
                </a:extLst>
              </p:cNvPr>
              <p:cNvSpPr txBox="1"/>
              <p:nvPr/>
            </p:nvSpPr>
            <p:spPr>
              <a:xfrm>
                <a:off x="11732069" y="4576439"/>
                <a:ext cx="2379177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4400" b="1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minutos</a:t>
                </a:r>
              </a:p>
            </p:txBody>
          </p: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41C4A292-0D81-FDE6-5C5F-1F083DB41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32069" y="3196129"/>
                <a:ext cx="3312000" cy="0"/>
              </a:xfrm>
              <a:prstGeom prst="line">
                <a:avLst/>
              </a:prstGeom>
              <a:ln w="28575" cap="rnd">
                <a:solidFill>
                  <a:srgbClr val="02C2DE"/>
                </a:solidFill>
              </a:ln>
              <a:effectLst>
                <a:glow rad="139700">
                  <a:schemeClr val="tx2">
                    <a:lumMod val="50000"/>
                    <a:lumOff val="50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D4BCDEB-8CAC-2D07-935D-0199E6A2CEE2}"/>
                  </a:ext>
                </a:extLst>
              </p:cNvPr>
              <p:cNvSpPr txBox="1"/>
              <p:nvPr/>
            </p:nvSpPr>
            <p:spPr>
              <a:xfrm>
                <a:off x="12128842" y="2541923"/>
                <a:ext cx="23663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2000" b="1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Búsqueda Manual</a:t>
                </a:r>
              </a:p>
            </p:txBody>
          </p:sp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0460A02F-0EA7-AC77-5833-A1F6B4912380}"/>
                  </a:ext>
                </a:extLst>
              </p:cNvPr>
              <p:cNvSpPr txBox="1"/>
              <p:nvPr/>
            </p:nvSpPr>
            <p:spPr>
              <a:xfrm>
                <a:off x="12133462" y="5819868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b="1" noProof="0" dirty="0">
                    <a:solidFill>
                      <a:srgbClr val="D1EBFF"/>
                    </a:solidFill>
                  </a:rPr>
                  <a:t>Planillas</a:t>
                </a:r>
              </a:p>
            </p:txBody>
          </p: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B610AAA-A816-5C72-2CA9-EDDA966EF960}"/>
                  </a:ext>
                </a:extLst>
              </p:cNvPr>
              <p:cNvSpPr txBox="1"/>
              <p:nvPr/>
            </p:nvSpPr>
            <p:spPr>
              <a:xfrm>
                <a:off x="12148001" y="6162690"/>
                <a:ext cx="23980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b="1" noProof="0" dirty="0">
                    <a:solidFill>
                      <a:srgbClr val="D1EBFF"/>
                    </a:solidFill>
                  </a:rPr>
                  <a:t>Correos electrónicos</a:t>
                </a:r>
              </a:p>
            </p:txBody>
          </p:sp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8AF7A5F-C1FC-B432-2CFE-5E254F50002A}"/>
                  </a:ext>
                </a:extLst>
              </p:cNvPr>
              <p:cNvSpPr txBox="1"/>
              <p:nvPr/>
            </p:nvSpPr>
            <p:spPr>
              <a:xfrm>
                <a:off x="12148001" y="6532022"/>
                <a:ext cx="15412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b="1" noProof="0" dirty="0">
                    <a:solidFill>
                      <a:srgbClr val="D1EBFF"/>
                    </a:solidFill>
                  </a:rPr>
                  <a:t>Documentos</a:t>
                </a:r>
              </a:p>
            </p:txBody>
          </p:sp>
          <p:sp>
            <p:nvSpPr>
              <p:cNvPr id="30" name="Diagrama de flujo: conector 29">
                <a:extLst>
                  <a:ext uri="{FF2B5EF4-FFF2-40B4-BE49-F238E27FC236}">
                    <a16:creationId xmlns:a16="http://schemas.microsoft.com/office/drawing/2014/main" id="{9CE61E06-32DA-C58F-2652-0BB80F3F25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877708" y="5933076"/>
                <a:ext cx="180000" cy="180000"/>
              </a:xfrm>
              <a:prstGeom prst="flowChartConnector">
                <a:avLst/>
              </a:prstGeom>
              <a:gradFill flip="none" rotWithShape="1">
                <a:gsLst>
                  <a:gs pos="0">
                    <a:srgbClr val="37DCF1"/>
                  </a:gs>
                  <a:gs pos="84000">
                    <a:srgbClr val="0A93A6"/>
                  </a:gs>
                  <a:gs pos="89000">
                    <a:srgbClr val="42DFF4"/>
                  </a:gs>
                  <a:gs pos="100000">
                    <a:srgbClr val="A4F0FA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28575" cap="rnd">
                <a:noFill/>
              </a:ln>
              <a:effectLst>
                <a:glow rad="139700">
                  <a:schemeClr val="tx2">
                    <a:lumMod val="50000"/>
                    <a:lumOff val="50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  <p:sp>
            <p:nvSpPr>
              <p:cNvPr id="32" name="Diagrama de flujo: conector 31">
                <a:extLst>
                  <a:ext uri="{FF2B5EF4-FFF2-40B4-BE49-F238E27FC236}">
                    <a16:creationId xmlns:a16="http://schemas.microsoft.com/office/drawing/2014/main" id="{EE8ADAD7-F7E9-9AEF-C7A4-F4359FE7161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873511" y="6275739"/>
                <a:ext cx="180000" cy="180000"/>
              </a:xfrm>
              <a:prstGeom prst="flowChartConnector">
                <a:avLst/>
              </a:prstGeom>
              <a:gradFill flip="none" rotWithShape="1">
                <a:gsLst>
                  <a:gs pos="0">
                    <a:srgbClr val="37DCF1"/>
                  </a:gs>
                  <a:gs pos="84000">
                    <a:srgbClr val="0A93A6"/>
                  </a:gs>
                  <a:gs pos="89000">
                    <a:srgbClr val="42DFF4"/>
                  </a:gs>
                  <a:gs pos="100000">
                    <a:srgbClr val="A4F0FA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28575" cap="rnd">
                <a:noFill/>
              </a:ln>
              <a:effectLst>
                <a:glow rad="139700">
                  <a:schemeClr val="tx2">
                    <a:lumMod val="50000"/>
                    <a:lumOff val="50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  <p:sp>
            <p:nvSpPr>
              <p:cNvPr id="34" name="Diagrama de flujo: conector 33">
                <a:extLst>
                  <a:ext uri="{FF2B5EF4-FFF2-40B4-BE49-F238E27FC236}">
                    <a16:creationId xmlns:a16="http://schemas.microsoft.com/office/drawing/2014/main" id="{384467C9-D476-2109-FFEB-C0ED864579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877708" y="6626688"/>
                <a:ext cx="180000" cy="180000"/>
              </a:xfrm>
              <a:prstGeom prst="flowChartConnector">
                <a:avLst/>
              </a:prstGeom>
              <a:gradFill flip="none" rotWithShape="1">
                <a:gsLst>
                  <a:gs pos="0">
                    <a:srgbClr val="37DCF1"/>
                  </a:gs>
                  <a:gs pos="84000">
                    <a:srgbClr val="0A93A6"/>
                  </a:gs>
                  <a:gs pos="89000">
                    <a:srgbClr val="42DFF4"/>
                  </a:gs>
                  <a:gs pos="100000">
                    <a:srgbClr val="A4F0FA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28575" cap="rnd">
                <a:noFill/>
              </a:ln>
              <a:effectLst>
                <a:glow rad="139700">
                  <a:schemeClr val="tx2">
                    <a:lumMod val="50000"/>
                    <a:lumOff val="50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9D902CB0-9E93-25B6-4D39-6CB84D9D1F6D}"/>
                </a:ext>
              </a:extLst>
            </p:cNvPr>
            <p:cNvSpPr txBox="1"/>
            <p:nvPr/>
          </p:nvSpPr>
          <p:spPr>
            <a:xfrm>
              <a:off x="-3777250" y="4897033"/>
              <a:ext cx="120431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2400" dirty="0">
                  <a:solidFill>
                    <a:srgbClr val="7EBCF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Entre:</a:t>
              </a:r>
              <a:endParaRPr lang="es-CL" dirty="0"/>
            </a:p>
          </p:txBody>
        </p:sp>
      </p:grpSp>
      <p:sp>
        <p:nvSpPr>
          <p:cNvPr id="54" name="Diagrama de flujo: conector 53">
            <a:extLst>
              <a:ext uri="{FF2B5EF4-FFF2-40B4-BE49-F238E27FC236}">
                <a16:creationId xmlns:a16="http://schemas.microsoft.com/office/drawing/2014/main" id="{078C7824-F614-DA5D-EA59-2D602B4BEB5F}"/>
              </a:ext>
            </a:extLst>
          </p:cNvPr>
          <p:cNvSpPr>
            <a:spLocks noChangeAspect="1"/>
          </p:cNvSpPr>
          <p:nvPr/>
        </p:nvSpPr>
        <p:spPr>
          <a:xfrm>
            <a:off x="9993401" y="5684790"/>
            <a:ext cx="180000" cy="180000"/>
          </a:xfrm>
          <a:prstGeom prst="flowChartConnector">
            <a:avLst/>
          </a:prstGeom>
          <a:gradFill flip="none" rotWithShape="1">
            <a:gsLst>
              <a:gs pos="0">
                <a:srgbClr val="37DCF1"/>
              </a:gs>
              <a:gs pos="84000">
                <a:srgbClr val="0A93A6"/>
              </a:gs>
              <a:gs pos="89000">
                <a:srgbClr val="42DFF4"/>
              </a:gs>
              <a:gs pos="100000">
                <a:srgbClr val="A4F0FA"/>
              </a:gs>
            </a:gsLst>
            <a:path path="circle">
              <a:fillToRect l="100000" t="100000"/>
            </a:path>
            <a:tileRect r="-100000" b="-100000"/>
          </a:gradFill>
          <a:ln w="28575" cap="rnd">
            <a:noFill/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6" name="Diagrama de flujo: conector 55">
            <a:extLst>
              <a:ext uri="{FF2B5EF4-FFF2-40B4-BE49-F238E27FC236}">
                <a16:creationId xmlns:a16="http://schemas.microsoft.com/office/drawing/2014/main" id="{8E2340AC-F2D7-5781-11A5-B154D23E3064}"/>
              </a:ext>
            </a:extLst>
          </p:cNvPr>
          <p:cNvSpPr>
            <a:spLocks noChangeAspect="1"/>
          </p:cNvSpPr>
          <p:nvPr/>
        </p:nvSpPr>
        <p:spPr>
          <a:xfrm>
            <a:off x="9993401" y="4833891"/>
            <a:ext cx="180000" cy="180000"/>
          </a:xfrm>
          <a:prstGeom prst="flowChartConnector">
            <a:avLst/>
          </a:prstGeom>
          <a:gradFill flip="none" rotWithShape="1">
            <a:gsLst>
              <a:gs pos="0">
                <a:srgbClr val="37DCF1"/>
              </a:gs>
              <a:gs pos="84000">
                <a:srgbClr val="0A93A6"/>
              </a:gs>
              <a:gs pos="89000">
                <a:srgbClr val="42DFF4"/>
              </a:gs>
              <a:gs pos="100000">
                <a:srgbClr val="A4F0FA"/>
              </a:gs>
            </a:gsLst>
            <a:path path="circle">
              <a:fillToRect l="100000" t="100000"/>
            </a:path>
            <a:tileRect r="-100000" b="-100000"/>
          </a:gradFill>
          <a:ln w="28575" cap="rnd">
            <a:noFill/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8" name="Diagrama de flujo: conector 57">
            <a:extLst>
              <a:ext uri="{FF2B5EF4-FFF2-40B4-BE49-F238E27FC236}">
                <a16:creationId xmlns:a16="http://schemas.microsoft.com/office/drawing/2014/main" id="{36513EB4-FEA7-E923-440E-3CBCBBD7097B}"/>
              </a:ext>
            </a:extLst>
          </p:cNvPr>
          <p:cNvSpPr>
            <a:spLocks noChangeAspect="1"/>
          </p:cNvSpPr>
          <p:nvPr/>
        </p:nvSpPr>
        <p:spPr>
          <a:xfrm>
            <a:off x="9971974" y="3905963"/>
            <a:ext cx="180000" cy="180000"/>
          </a:xfrm>
          <a:prstGeom prst="flowChartConnector">
            <a:avLst/>
          </a:prstGeom>
          <a:gradFill flip="none" rotWithShape="1">
            <a:gsLst>
              <a:gs pos="0">
                <a:srgbClr val="37DCF1"/>
              </a:gs>
              <a:gs pos="84000">
                <a:srgbClr val="0A93A6"/>
              </a:gs>
              <a:gs pos="89000">
                <a:srgbClr val="42DFF4"/>
              </a:gs>
              <a:gs pos="100000">
                <a:srgbClr val="A4F0FA"/>
              </a:gs>
            </a:gsLst>
            <a:path path="circle">
              <a:fillToRect l="100000" t="100000"/>
            </a:path>
            <a:tileRect r="-100000" b="-100000"/>
          </a:gradFill>
          <a:ln w="28575" cap="rnd">
            <a:noFill/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0D86BFAA-E54A-09D9-1736-1AC267F642E5}"/>
              </a:ext>
            </a:extLst>
          </p:cNvPr>
          <p:cNvCxnSpPr>
            <a:cxnSpLocks/>
          </p:cNvCxnSpPr>
          <p:nvPr/>
        </p:nvCxnSpPr>
        <p:spPr>
          <a:xfrm flipV="1">
            <a:off x="9292387" y="3169388"/>
            <a:ext cx="0" cy="3146895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upo 60">
            <a:extLst>
              <a:ext uri="{FF2B5EF4-FFF2-40B4-BE49-F238E27FC236}">
                <a16:creationId xmlns:a16="http://schemas.microsoft.com/office/drawing/2014/main" id="{B025F4FB-88ED-2A3E-E866-029637A9340B}"/>
              </a:ext>
            </a:extLst>
          </p:cNvPr>
          <p:cNvGrpSpPr/>
          <p:nvPr/>
        </p:nvGrpSpPr>
        <p:grpSpPr>
          <a:xfrm>
            <a:off x="597904" y="7274846"/>
            <a:ext cx="14551329" cy="776648"/>
            <a:chOff x="549595" y="6561798"/>
            <a:chExt cx="14860014" cy="1197431"/>
          </a:xfrm>
        </p:grpSpPr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E177E894-EACE-523B-A907-7C805C693E32}"/>
                </a:ext>
              </a:extLst>
            </p:cNvPr>
            <p:cNvSpPr/>
            <p:nvPr/>
          </p:nvSpPr>
          <p:spPr>
            <a:xfrm>
              <a:off x="637694" y="6561798"/>
              <a:ext cx="14771915" cy="1197426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es-CL" sz="20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 de reducción en este escenario</a:t>
              </a:r>
              <a:endParaRPr lang="es-CL" sz="36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ángulo: esquinas superiores redondeadas 62">
              <a:extLst>
                <a:ext uri="{FF2B5EF4-FFF2-40B4-BE49-F238E27FC236}">
                  <a16:creationId xmlns:a16="http://schemas.microsoft.com/office/drawing/2014/main" id="{37B0472B-6AF8-A5F9-B20D-883AC5AD723C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6721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0E52F9D5-54BF-5805-EFE0-44C733490E86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F545921-5133-2074-F72E-8DC5D64434BF}"/>
                </a:ext>
              </a:extLst>
            </p:cNvPr>
            <p:cNvGrpSpPr/>
            <p:nvPr/>
          </p:nvGrpSpPr>
          <p:grpSpPr>
            <a:xfrm>
              <a:off x="0" y="0"/>
              <a:ext cx="15925800" cy="8963025"/>
              <a:chOff x="0" y="0"/>
              <a:chExt cx="15925800" cy="8963025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CE57F984-BE99-7D26-8CCE-7C7A839AB0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5925800" cy="8963025"/>
              </a:xfrm>
              <a:prstGeom prst="rect">
                <a:avLst/>
              </a:prstGeom>
            </p:spPr>
          </p:pic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88C71AB9-5A24-E143-D215-0C7D418EDD3A}"/>
                  </a:ext>
                </a:extLst>
              </p:cNvPr>
              <p:cNvGrpSpPr/>
              <p:nvPr/>
            </p:nvGrpSpPr>
            <p:grpSpPr>
              <a:xfrm>
                <a:off x="456900" y="128351"/>
                <a:ext cx="15142560" cy="8609986"/>
                <a:chOff x="456900" y="128351"/>
                <a:chExt cx="15142560" cy="8609986"/>
              </a:xfrm>
            </p:grpSpPr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D4AD18D0-9869-7293-9195-3E4539861910}"/>
                    </a:ext>
                  </a:extLst>
                </p:cNvPr>
                <p:cNvSpPr txBox="1"/>
                <p:nvPr/>
              </p:nvSpPr>
              <p:spPr>
                <a:xfrm>
                  <a:off x="744813" y="128351"/>
                  <a:ext cx="26480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GATI </a:t>
                  </a:r>
                  <a:r>
                    <a:rPr lang="es-CL" sz="2400" b="1" spc="300" noProof="0" dirty="0">
                      <a:solidFill>
                        <a:schemeClr val="bg1"/>
                      </a:solidFill>
                      <a:cs typeface="Arial" panose="020B0604020202020204" pitchFamily="34" charset="0"/>
                    </a:rPr>
                    <a:t>·</a:t>
                  </a:r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ENTREGA 2</a:t>
                  </a:r>
                </a:p>
              </p:txBody>
            </p:sp>
            <p:cxnSp>
              <p:nvCxnSpPr>
                <p:cNvPr id="9" name="Conector recto 8">
                  <a:extLst>
                    <a:ext uri="{FF2B5EF4-FFF2-40B4-BE49-F238E27FC236}">
                      <a16:creationId xmlns:a16="http://schemas.microsoft.com/office/drawing/2014/main" id="{CB1D984A-CCBA-EEE0-49EF-52E4D1D628CA}"/>
                    </a:ext>
                  </a:extLst>
                </p:cNvPr>
                <p:cNvCxnSpPr/>
                <p:nvPr/>
              </p:nvCxnSpPr>
              <p:spPr>
                <a:xfrm>
                  <a:off x="456900" y="8252288"/>
                  <a:ext cx="15012000" cy="0"/>
                </a:xfrm>
                <a:prstGeom prst="line">
                  <a:avLst/>
                </a:prstGeom>
                <a:ln w="41275" cap="rnd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D28B4BC6-0D7A-F80D-8316-FA98D4D4BA9B}"/>
                    </a:ext>
                  </a:extLst>
                </p:cNvPr>
                <p:cNvSpPr txBox="1"/>
                <p:nvPr/>
              </p:nvSpPr>
              <p:spPr>
                <a:xfrm>
                  <a:off x="5522552" y="8445949"/>
                  <a:ext cx="4880695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300" spc="300" noProof="0" dirty="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rPr>
                    <a:t>CAPSTONE · INGENIERÍA EN INFORMÁTICA</a:t>
                  </a: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A16DB0D9-244A-57A9-AAA5-3ED1918DA3BA}"/>
                    </a:ext>
                  </a:extLst>
                </p:cNvPr>
                <p:cNvSpPr txBox="1"/>
                <p:nvPr/>
              </p:nvSpPr>
              <p:spPr>
                <a:xfrm>
                  <a:off x="15110224" y="8343728"/>
                  <a:ext cx="4892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CL"/>
                  </a:defPPr>
                  <a:lvl1pPr>
                    <a:defRPr sz="1300" spc="30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s-CL" sz="1600" noProof="0" dirty="0"/>
                    <a:t>06</a:t>
                  </a:r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9A5AC98-9488-1690-4480-F4A85DC79636}"/>
                  </a:ext>
                </a:extLst>
              </p:cNvPr>
              <p:cNvSpPr txBox="1"/>
              <p:nvPr/>
            </p:nvSpPr>
            <p:spPr>
              <a:xfrm>
                <a:off x="420624" y="8461338"/>
                <a:ext cx="22599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2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TI – ONE SOLUTION</a:t>
                </a:r>
              </a:p>
            </p:txBody>
          </p:sp>
        </p:grp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6E138063-66B1-18A3-CC9A-2B41E3272FDD}"/>
                </a:ext>
              </a:extLst>
            </p:cNvPr>
            <p:cNvCxnSpPr>
              <a:cxnSpLocks/>
            </p:cNvCxnSpPr>
            <p:nvPr/>
          </p:nvCxnSpPr>
          <p:spPr>
            <a:xfrm>
              <a:off x="500379" y="1367675"/>
              <a:ext cx="1147446" cy="0"/>
            </a:xfrm>
            <a:prstGeom prst="line">
              <a:avLst/>
            </a:prstGeom>
            <a:ln w="76200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">
            <a:extLst>
              <a:ext uri="{FF2B5EF4-FFF2-40B4-BE49-F238E27FC236}">
                <a16:creationId xmlns:a16="http://schemas.microsoft.com/office/drawing/2014/main" id="{3AB84A80-C72C-A173-5296-3817196ADC38}"/>
              </a:ext>
            </a:extLst>
          </p:cNvPr>
          <p:cNvSpPr>
            <a:spLocks noGrp="1"/>
          </p:cNvSpPr>
          <p:nvPr/>
        </p:nvSpPr>
        <p:spPr>
          <a:xfrm>
            <a:off x="474662" y="502444"/>
            <a:ext cx="13414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4200" b="1">
                <a:solidFill>
                  <a:srgbClr val="FFFFFF"/>
                </a:solidFill>
              </a:defRPr>
            </a:defPPr>
            <a:lvl1pPr algn="l">
              <a:defRPr sz="4200" b="1">
                <a:solidFill>
                  <a:srgbClr val="FFFFFF"/>
                </a:solidFill>
              </a:defRPr>
            </a:lvl1pPr>
            <a:lvl2pPr algn="l">
              <a:defRPr sz="4200" b="1">
                <a:solidFill>
                  <a:srgbClr val="FFFFFF"/>
                </a:solidFill>
              </a:defRPr>
            </a:lvl2pPr>
            <a:lvl3pPr algn="l">
              <a:defRPr sz="4200" b="1">
                <a:solidFill>
                  <a:srgbClr val="FFFFFF"/>
                </a:solidFill>
              </a:defRPr>
            </a:lvl3pPr>
            <a:lvl4pPr algn="l">
              <a:defRPr sz="4200" b="1">
                <a:solidFill>
                  <a:srgbClr val="FFFFFF"/>
                </a:solidFill>
              </a:defRPr>
            </a:lvl4pPr>
            <a:lvl5pPr algn="l">
              <a:defRPr sz="4200" b="1">
                <a:solidFill>
                  <a:srgbClr val="FFFFFF"/>
                </a:solidFill>
              </a:defRPr>
            </a:lvl5pPr>
            <a:lvl6pPr algn="l">
              <a:defRPr sz="4200" b="1">
                <a:solidFill>
                  <a:srgbClr val="FFFFFF"/>
                </a:solidFill>
              </a:defRPr>
            </a:lvl6pPr>
            <a:lvl7pPr algn="l">
              <a:defRPr sz="4200" b="1">
                <a:solidFill>
                  <a:srgbClr val="FFFFFF"/>
                </a:solidFill>
              </a:defRPr>
            </a:lvl7pPr>
            <a:lvl8pPr algn="l">
              <a:defRPr sz="4200" b="1">
                <a:solidFill>
                  <a:srgbClr val="FFFFFF"/>
                </a:solidFill>
              </a:defRPr>
            </a:lvl8pPr>
            <a:lvl9pPr algn="l">
              <a:defRPr sz="4200" b="1">
                <a:solidFill>
                  <a:srgbClr val="FFFFFF"/>
                </a:solidFill>
              </a:defRPr>
            </a:lvl9pPr>
          </a:lstStyle>
          <a:p>
            <a:pPr algn="l">
              <a:defRPr sz="4200" b="1">
                <a:solidFill>
                  <a:srgbClr val="FFFFFF"/>
                </a:solidFill>
              </a:defRPr>
            </a:pPr>
            <a:r>
              <a:rPr lang="es-CL" sz="5000" b="1" noProof="0" dirty="0">
                <a:solidFill>
                  <a:srgbClr val="FFFF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Roadmap y estado actual del proyecto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AEB4D2C9-6A94-4ADE-049C-496552C592F7}"/>
              </a:ext>
            </a:extLst>
          </p:cNvPr>
          <p:cNvSpPr>
            <a:spLocks noGrp="1"/>
          </p:cNvSpPr>
          <p:nvPr/>
        </p:nvSpPr>
        <p:spPr>
          <a:xfrm>
            <a:off x="474662" y="1579343"/>
            <a:ext cx="7385050" cy="4333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175" b="0">
                <a:solidFill>
                  <a:srgbClr val="99DDE8"/>
                </a:solidFill>
              </a:defRPr>
            </a:defPPr>
            <a:lvl1pPr algn="l">
              <a:defRPr sz="2175" b="0">
                <a:solidFill>
                  <a:srgbClr val="99DDE8"/>
                </a:solidFill>
              </a:defRPr>
            </a:lvl1pPr>
            <a:lvl2pPr algn="l">
              <a:defRPr sz="2175" b="0">
                <a:solidFill>
                  <a:srgbClr val="99DDE8"/>
                </a:solidFill>
              </a:defRPr>
            </a:lvl2pPr>
            <a:lvl3pPr algn="l">
              <a:defRPr sz="2175" b="0">
                <a:solidFill>
                  <a:srgbClr val="99DDE8"/>
                </a:solidFill>
              </a:defRPr>
            </a:lvl3pPr>
            <a:lvl4pPr algn="l">
              <a:defRPr sz="2175" b="0">
                <a:solidFill>
                  <a:srgbClr val="99DDE8"/>
                </a:solidFill>
              </a:defRPr>
            </a:lvl4pPr>
            <a:lvl5pPr algn="l">
              <a:defRPr sz="2175" b="0">
                <a:solidFill>
                  <a:srgbClr val="99DDE8"/>
                </a:solidFill>
              </a:defRPr>
            </a:lvl5pPr>
            <a:lvl6pPr algn="l">
              <a:defRPr sz="2175" b="0">
                <a:solidFill>
                  <a:srgbClr val="99DDE8"/>
                </a:solidFill>
              </a:defRPr>
            </a:lvl6pPr>
            <a:lvl7pPr algn="l">
              <a:defRPr sz="2175" b="0">
                <a:solidFill>
                  <a:srgbClr val="99DDE8"/>
                </a:solidFill>
              </a:defRPr>
            </a:lvl7pPr>
            <a:lvl8pPr algn="l">
              <a:defRPr sz="2175" b="0">
                <a:solidFill>
                  <a:srgbClr val="99DDE8"/>
                </a:solidFill>
              </a:defRPr>
            </a:lvl8pPr>
            <a:lvl9pPr algn="l">
              <a:defRPr sz="2175" b="0">
                <a:solidFill>
                  <a:srgbClr val="99DDE8"/>
                </a:solidFill>
              </a:defRPr>
            </a:lvl9pPr>
          </a:lstStyle>
          <a:p>
            <a:pPr algn="l">
              <a:defRPr sz="2175" b="0">
                <a:solidFill>
                  <a:srgbClr val="99DDE8"/>
                </a:solidFill>
              </a:defRPr>
            </a:pPr>
            <a:r>
              <a:rPr lang="es-CL" sz="240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Metodología en cascada · planificación por semanas</a:t>
            </a:r>
          </a:p>
        </p:txBody>
      </p:sp>
      <p:sp>
        <p:nvSpPr>
          <p:cNvPr id="14" name="current">
            <a:extLst>
              <a:ext uri="{FF2B5EF4-FFF2-40B4-BE49-F238E27FC236}">
                <a16:creationId xmlns:a16="http://schemas.microsoft.com/office/drawing/2014/main" id="{F29A1792-239C-E8A8-9282-6AA9EE041F30}"/>
              </a:ext>
            </a:extLst>
          </p:cNvPr>
          <p:cNvSpPr>
            <a:spLocks noGrp="1"/>
          </p:cNvSpPr>
          <p:nvPr/>
        </p:nvSpPr>
        <p:spPr>
          <a:xfrm>
            <a:off x="9705975" y="1826419"/>
            <a:ext cx="542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875" b="1">
                <a:solidFill>
                  <a:srgbClr val="2AE1EC"/>
                </a:solidFill>
              </a:defRPr>
            </a:defPPr>
            <a:lvl1pPr algn="r">
              <a:defRPr sz="1875" b="1">
                <a:solidFill>
                  <a:srgbClr val="2AE1EC"/>
                </a:solidFill>
              </a:defRPr>
            </a:lvl1pPr>
            <a:lvl2pPr algn="r">
              <a:defRPr sz="1875" b="1">
                <a:solidFill>
                  <a:srgbClr val="2AE1EC"/>
                </a:solidFill>
              </a:defRPr>
            </a:lvl2pPr>
            <a:lvl3pPr algn="r">
              <a:defRPr sz="1875" b="1">
                <a:solidFill>
                  <a:srgbClr val="2AE1EC"/>
                </a:solidFill>
              </a:defRPr>
            </a:lvl3pPr>
            <a:lvl4pPr algn="r">
              <a:defRPr sz="1875" b="1">
                <a:solidFill>
                  <a:srgbClr val="2AE1EC"/>
                </a:solidFill>
              </a:defRPr>
            </a:lvl4pPr>
            <a:lvl5pPr algn="r">
              <a:defRPr sz="1875" b="1">
                <a:solidFill>
                  <a:srgbClr val="2AE1EC"/>
                </a:solidFill>
              </a:defRPr>
            </a:lvl5pPr>
            <a:lvl6pPr algn="r">
              <a:defRPr sz="1875" b="1">
                <a:solidFill>
                  <a:srgbClr val="2AE1EC"/>
                </a:solidFill>
              </a:defRPr>
            </a:lvl6pPr>
            <a:lvl7pPr algn="r">
              <a:defRPr sz="1875" b="1">
                <a:solidFill>
                  <a:srgbClr val="2AE1EC"/>
                </a:solidFill>
              </a:defRPr>
            </a:lvl7pPr>
            <a:lvl8pPr algn="r">
              <a:defRPr sz="1875" b="1">
                <a:solidFill>
                  <a:srgbClr val="2AE1EC"/>
                </a:solidFill>
              </a:defRPr>
            </a:lvl8pPr>
            <a:lvl9pPr algn="r">
              <a:defRPr sz="1875" b="1">
                <a:solidFill>
                  <a:srgbClr val="2AE1EC"/>
                </a:solidFill>
              </a:defRPr>
            </a:lvl9pPr>
          </a:lstStyle>
          <a:p>
            <a:pPr algn="r">
              <a:defRPr sz="1875" b="1">
                <a:solidFill>
                  <a:srgbClr val="2AE1EC"/>
                </a:solidFill>
              </a:defRPr>
            </a:pPr>
            <a:r>
              <a:rPr lang="es-CL" sz="1875" b="1" noProof="0" dirty="0">
                <a:solidFill>
                  <a:srgbClr val="2AE1EC"/>
                </a:solidFill>
              </a:rPr>
              <a:t>SEMANA 1</a:t>
            </a:r>
            <a:r>
              <a:rPr lang="es-CL" dirty="0"/>
              <a:t>1</a:t>
            </a:r>
            <a:r>
              <a:rPr lang="es-CL" sz="1875" b="1" noProof="0" dirty="0">
                <a:solidFill>
                  <a:srgbClr val="2AE1EC"/>
                </a:solidFill>
              </a:rPr>
              <a:t> · CORTE 22/10/2026</a:t>
            </a:r>
          </a:p>
        </p:txBody>
      </p:sp>
      <p:sp>
        <p:nvSpPr>
          <p:cNvPr id="15" name="timeline-surface">
            <a:extLst>
              <a:ext uri="{FF2B5EF4-FFF2-40B4-BE49-F238E27FC236}">
                <a16:creationId xmlns:a16="http://schemas.microsoft.com/office/drawing/2014/main" id="{761CD64E-04B8-A561-0F2D-415B5FCD08F4}"/>
              </a:ext>
            </a:extLst>
          </p:cNvPr>
          <p:cNvSpPr>
            <a:spLocks noGrp="1"/>
          </p:cNvSpPr>
          <p:nvPr/>
        </p:nvSpPr>
        <p:spPr>
          <a:xfrm>
            <a:off x="647700" y="2278857"/>
            <a:ext cx="14535150" cy="4772025"/>
          </a:xfrm>
          <a:prstGeom prst="rect">
            <a:avLst/>
          </a:prstGeom>
          <a:solidFill>
            <a:srgbClr val="08233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current-week-highlight">
            <a:extLst>
              <a:ext uri="{FF2B5EF4-FFF2-40B4-BE49-F238E27FC236}">
                <a16:creationId xmlns:a16="http://schemas.microsoft.com/office/drawing/2014/main" id="{7157933F-3261-5953-DC11-A2CA17DD5289}"/>
              </a:ext>
            </a:extLst>
          </p:cNvPr>
          <p:cNvSpPr>
            <a:spLocks noGrp="1"/>
          </p:cNvSpPr>
          <p:nvPr/>
        </p:nvSpPr>
        <p:spPr>
          <a:xfrm>
            <a:off x="11172825" y="2274094"/>
            <a:ext cx="657225" cy="4772025"/>
          </a:xfrm>
          <a:prstGeom prst="rect">
            <a:avLst/>
          </a:prstGeom>
          <a:solidFill>
            <a:srgbClr val="124D65"/>
          </a:solidFill>
          <a:ln w="19050">
            <a:solidFill>
              <a:srgbClr val="32E0E9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phase-heading">
            <a:extLst>
              <a:ext uri="{FF2B5EF4-FFF2-40B4-BE49-F238E27FC236}">
                <a16:creationId xmlns:a16="http://schemas.microsoft.com/office/drawing/2014/main" id="{172803CF-585A-B3E8-CAA6-7D7C9A4CF2CA}"/>
              </a:ext>
            </a:extLst>
          </p:cNvPr>
          <p:cNvSpPr>
            <a:spLocks noGrp="1"/>
          </p:cNvSpPr>
          <p:nvPr/>
        </p:nvSpPr>
        <p:spPr>
          <a:xfrm>
            <a:off x="819150" y="2431257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A4D8E8"/>
                </a:solidFill>
              </a:defRPr>
            </a:defPPr>
            <a:lvl1pPr algn="l">
              <a:defRPr sz="1575" b="1">
                <a:solidFill>
                  <a:srgbClr val="A4D8E8"/>
                </a:solidFill>
              </a:defRPr>
            </a:lvl1pPr>
            <a:lvl2pPr algn="l">
              <a:defRPr sz="1575" b="1">
                <a:solidFill>
                  <a:srgbClr val="A4D8E8"/>
                </a:solidFill>
              </a:defRPr>
            </a:lvl2pPr>
            <a:lvl3pPr algn="l">
              <a:defRPr sz="1575" b="1">
                <a:solidFill>
                  <a:srgbClr val="A4D8E8"/>
                </a:solidFill>
              </a:defRPr>
            </a:lvl3pPr>
            <a:lvl4pPr algn="l">
              <a:defRPr sz="1575" b="1">
                <a:solidFill>
                  <a:srgbClr val="A4D8E8"/>
                </a:solidFill>
              </a:defRPr>
            </a:lvl4pPr>
            <a:lvl5pPr algn="l">
              <a:defRPr sz="1575" b="1">
                <a:solidFill>
                  <a:srgbClr val="A4D8E8"/>
                </a:solidFill>
              </a:defRPr>
            </a:lvl5pPr>
            <a:lvl6pPr algn="l">
              <a:defRPr sz="1575" b="1">
                <a:solidFill>
                  <a:srgbClr val="A4D8E8"/>
                </a:solidFill>
              </a:defRPr>
            </a:lvl6pPr>
            <a:lvl7pPr algn="l">
              <a:defRPr sz="1575" b="1">
                <a:solidFill>
                  <a:srgbClr val="A4D8E8"/>
                </a:solidFill>
              </a:defRPr>
            </a:lvl7pPr>
            <a:lvl8pPr algn="l">
              <a:defRPr sz="1575" b="1">
                <a:solidFill>
                  <a:srgbClr val="A4D8E8"/>
                </a:solidFill>
              </a:defRPr>
            </a:lvl8pPr>
            <a:lvl9pPr algn="l">
              <a:defRPr sz="1575" b="1">
                <a:solidFill>
                  <a:srgbClr val="A4D8E8"/>
                </a:solidFill>
              </a:defRPr>
            </a:lvl9pPr>
          </a:lstStyle>
          <a:p>
            <a:pPr algn="l">
              <a:defRPr sz="1575" b="1">
                <a:solidFill>
                  <a:srgbClr val="A4D8E8"/>
                </a:solidFill>
              </a:defRPr>
            </a:pPr>
            <a:r>
              <a:rPr lang="es-CL" sz="1575" b="1" noProof="0" dirty="0">
                <a:solidFill>
                  <a:srgbClr val="A4D8E8"/>
                </a:solidFill>
              </a:rPr>
              <a:t>HITO / ESTADO</a:t>
            </a:r>
          </a:p>
        </p:txBody>
      </p:sp>
      <p:sp>
        <p:nvSpPr>
          <p:cNvPr id="18" name="week-1">
            <a:extLst>
              <a:ext uri="{FF2B5EF4-FFF2-40B4-BE49-F238E27FC236}">
                <a16:creationId xmlns:a16="http://schemas.microsoft.com/office/drawing/2014/main" id="{7926F28E-6CB2-E6EF-C74F-DE301CDE0446}"/>
              </a:ext>
            </a:extLst>
          </p:cNvPr>
          <p:cNvSpPr>
            <a:spLocks noGrp="1"/>
          </p:cNvSpPr>
          <p:nvPr/>
        </p:nvSpPr>
        <p:spPr>
          <a:xfrm>
            <a:off x="4600575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S1</a:t>
            </a:r>
          </a:p>
        </p:txBody>
      </p:sp>
      <p:sp>
        <p:nvSpPr>
          <p:cNvPr id="19" name="grid-week-0">
            <a:extLst>
              <a:ext uri="{FF2B5EF4-FFF2-40B4-BE49-F238E27FC236}">
                <a16:creationId xmlns:a16="http://schemas.microsoft.com/office/drawing/2014/main" id="{78B36A7E-712F-17E1-F3AC-11C6A8847ABE}"/>
              </a:ext>
            </a:extLst>
          </p:cNvPr>
          <p:cNvSpPr>
            <a:spLocks noGrp="1"/>
          </p:cNvSpPr>
          <p:nvPr/>
        </p:nvSpPr>
        <p:spPr>
          <a:xfrm>
            <a:off x="4600575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week-2">
            <a:extLst>
              <a:ext uri="{FF2B5EF4-FFF2-40B4-BE49-F238E27FC236}">
                <a16:creationId xmlns:a16="http://schemas.microsoft.com/office/drawing/2014/main" id="{A5FFA2EE-BA6D-A91B-69A5-486219495ED7}"/>
              </a:ext>
            </a:extLst>
          </p:cNvPr>
          <p:cNvSpPr>
            <a:spLocks noGrp="1"/>
          </p:cNvSpPr>
          <p:nvPr/>
        </p:nvSpPr>
        <p:spPr>
          <a:xfrm>
            <a:off x="5257800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S2</a:t>
            </a:r>
          </a:p>
        </p:txBody>
      </p:sp>
      <p:sp>
        <p:nvSpPr>
          <p:cNvPr id="21" name="grid-week-1">
            <a:extLst>
              <a:ext uri="{FF2B5EF4-FFF2-40B4-BE49-F238E27FC236}">
                <a16:creationId xmlns:a16="http://schemas.microsoft.com/office/drawing/2014/main" id="{6F979613-16F9-C7D5-8946-BD1D247FE091}"/>
              </a:ext>
            </a:extLst>
          </p:cNvPr>
          <p:cNvSpPr>
            <a:spLocks noGrp="1"/>
          </p:cNvSpPr>
          <p:nvPr/>
        </p:nvSpPr>
        <p:spPr>
          <a:xfrm>
            <a:off x="5257800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week-3">
            <a:extLst>
              <a:ext uri="{FF2B5EF4-FFF2-40B4-BE49-F238E27FC236}">
                <a16:creationId xmlns:a16="http://schemas.microsoft.com/office/drawing/2014/main" id="{A0A8877A-C162-9A81-B55C-DAFEF61B52E4}"/>
              </a:ext>
            </a:extLst>
          </p:cNvPr>
          <p:cNvSpPr>
            <a:spLocks noGrp="1"/>
          </p:cNvSpPr>
          <p:nvPr/>
        </p:nvSpPr>
        <p:spPr>
          <a:xfrm>
            <a:off x="5915025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S3</a:t>
            </a:r>
          </a:p>
        </p:txBody>
      </p:sp>
      <p:sp>
        <p:nvSpPr>
          <p:cNvPr id="23" name="grid-week-2">
            <a:extLst>
              <a:ext uri="{FF2B5EF4-FFF2-40B4-BE49-F238E27FC236}">
                <a16:creationId xmlns:a16="http://schemas.microsoft.com/office/drawing/2014/main" id="{F9FDBEB5-2250-D502-7653-F8E5A33D1B75}"/>
              </a:ext>
            </a:extLst>
          </p:cNvPr>
          <p:cNvSpPr>
            <a:spLocks noGrp="1"/>
          </p:cNvSpPr>
          <p:nvPr/>
        </p:nvSpPr>
        <p:spPr>
          <a:xfrm>
            <a:off x="5915025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week-4">
            <a:extLst>
              <a:ext uri="{FF2B5EF4-FFF2-40B4-BE49-F238E27FC236}">
                <a16:creationId xmlns:a16="http://schemas.microsoft.com/office/drawing/2014/main" id="{253A4B8A-BFB4-0049-CA34-5A9777C87179}"/>
              </a:ext>
            </a:extLst>
          </p:cNvPr>
          <p:cNvSpPr>
            <a:spLocks noGrp="1"/>
          </p:cNvSpPr>
          <p:nvPr/>
        </p:nvSpPr>
        <p:spPr>
          <a:xfrm>
            <a:off x="6572250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S4</a:t>
            </a:r>
          </a:p>
        </p:txBody>
      </p:sp>
      <p:sp>
        <p:nvSpPr>
          <p:cNvPr id="25" name="grid-week-3">
            <a:extLst>
              <a:ext uri="{FF2B5EF4-FFF2-40B4-BE49-F238E27FC236}">
                <a16:creationId xmlns:a16="http://schemas.microsoft.com/office/drawing/2014/main" id="{9E944605-4341-D879-2D3E-82ACB2000CD9}"/>
              </a:ext>
            </a:extLst>
          </p:cNvPr>
          <p:cNvSpPr>
            <a:spLocks noGrp="1"/>
          </p:cNvSpPr>
          <p:nvPr/>
        </p:nvSpPr>
        <p:spPr>
          <a:xfrm>
            <a:off x="6572250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week-5">
            <a:extLst>
              <a:ext uri="{FF2B5EF4-FFF2-40B4-BE49-F238E27FC236}">
                <a16:creationId xmlns:a16="http://schemas.microsoft.com/office/drawing/2014/main" id="{9F102C7C-2A7F-ADF2-B6FB-6794257D28E5}"/>
              </a:ext>
            </a:extLst>
          </p:cNvPr>
          <p:cNvSpPr>
            <a:spLocks noGrp="1"/>
          </p:cNvSpPr>
          <p:nvPr/>
        </p:nvSpPr>
        <p:spPr>
          <a:xfrm>
            <a:off x="7229475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S5</a:t>
            </a:r>
          </a:p>
        </p:txBody>
      </p:sp>
      <p:sp>
        <p:nvSpPr>
          <p:cNvPr id="27" name="grid-week-4">
            <a:extLst>
              <a:ext uri="{FF2B5EF4-FFF2-40B4-BE49-F238E27FC236}">
                <a16:creationId xmlns:a16="http://schemas.microsoft.com/office/drawing/2014/main" id="{4C271A02-F47F-3021-4388-12457B12CF15}"/>
              </a:ext>
            </a:extLst>
          </p:cNvPr>
          <p:cNvSpPr>
            <a:spLocks noGrp="1"/>
          </p:cNvSpPr>
          <p:nvPr/>
        </p:nvSpPr>
        <p:spPr>
          <a:xfrm>
            <a:off x="7229475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week-6">
            <a:extLst>
              <a:ext uri="{FF2B5EF4-FFF2-40B4-BE49-F238E27FC236}">
                <a16:creationId xmlns:a16="http://schemas.microsoft.com/office/drawing/2014/main" id="{791BB2AF-9DC7-E93A-112A-BDF27A65002B}"/>
              </a:ext>
            </a:extLst>
          </p:cNvPr>
          <p:cNvSpPr>
            <a:spLocks noGrp="1"/>
          </p:cNvSpPr>
          <p:nvPr/>
        </p:nvSpPr>
        <p:spPr>
          <a:xfrm>
            <a:off x="7886700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S6</a:t>
            </a:r>
          </a:p>
        </p:txBody>
      </p:sp>
      <p:sp>
        <p:nvSpPr>
          <p:cNvPr id="29" name="grid-week-5">
            <a:extLst>
              <a:ext uri="{FF2B5EF4-FFF2-40B4-BE49-F238E27FC236}">
                <a16:creationId xmlns:a16="http://schemas.microsoft.com/office/drawing/2014/main" id="{495BF34C-402D-C4F4-5CE1-438C8B4F550B}"/>
              </a:ext>
            </a:extLst>
          </p:cNvPr>
          <p:cNvSpPr>
            <a:spLocks noGrp="1"/>
          </p:cNvSpPr>
          <p:nvPr/>
        </p:nvSpPr>
        <p:spPr>
          <a:xfrm>
            <a:off x="7886700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week-7">
            <a:extLst>
              <a:ext uri="{FF2B5EF4-FFF2-40B4-BE49-F238E27FC236}">
                <a16:creationId xmlns:a16="http://schemas.microsoft.com/office/drawing/2014/main" id="{9FD1E2E9-FEE5-D6D0-3C7D-569881A8F2F3}"/>
              </a:ext>
            </a:extLst>
          </p:cNvPr>
          <p:cNvSpPr>
            <a:spLocks noGrp="1"/>
          </p:cNvSpPr>
          <p:nvPr/>
        </p:nvSpPr>
        <p:spPr>
          <a:xfrm>
            <a:off x="8543925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S7</a:t>
            </a:r>
          </a:p>
        </p:txBody>
      </p:sp>
      <p:sp>
        <p:nvSpPr>
          <p:cNvPr id="31" name="grid-week-6">
            <a:extLst>
              <a:ext uri="{FF2B5EF4-FFF2-40B4-BE49-F238E27FC236}">
                <a16:creationId xmlns:a16="http://schemas.microsoft.com/office/drawing/2014/main" id="{BC07DBB8-8951-12CF-B2FF-A0C672E584E9}"/>
              </a:ext>
            </a:extLst>
          </p:cNvPr>
          <p:cNvSpPr>
            <a:spLocks noGrp="1"/>
          </p:cNvSpPr>
          <p:nvPr/>
        </p:nvSpPr>
        <p:spPr>
          <a:xfrm>
            <a:off x="8543925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week-8">
            <a:extLst>
              <a:ext uri="{FF2B5EF4-FFF2-40B4-BE49-F238E27FC236}">
                <a16:creationId xmlns:a16="http://schemas.microsoft.com/office/drawing/2014/main" id="{30F2798F-3E04-46AD-19AF-23F028FCCF09}"/>
              </a:ext>
            </a:extLst>
          </p:cNvPr>
          <p:cNvSpPr>
            <a:spLocks noGrp="1"/>
          </p:cNvSpPr>
          <p:nvPr/>
        </p:nvSpPr>
        <p:spPr>
          <a:xfrm>
            <a:off x="9201150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S8</a:t>
            </a:r>
          </a:p>
        </p:txBody>
      </p:sp>
      <p:sp>
        <p:nvSpPr>
          <p:cNvPr id="33" name="grid-week-7">
            <a:extLst>
              <a:ext uri="{FF2B5EF4-FFF2-40B4-BE49-F238E27FC236}">
                <a16:creationId xmlns:a16="http://schemas.microsoft.com/office/drawing/2014/main" id="{541CBB54-0BCA-4878-58D3-593F4623939E}"/>
              </a:ext>
            </a:extLst>
          </p:cNvPr>
          <p:cNvSpPr>
            <a:spLocks noGrp="1"/>
          </p:cNvSpPr>
          <p:nvPr/>
        </p:nvSpPr>
        <p:spPr>
          <a:xfrm>
            <a:off x="9201150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week-9">
            <a:extLst>
              <a:ext uri="{FF2B5EF4-FFF2-40B4-BE49-F238E27FC236}">
                <a16:creationId xmlns:a16="http://schemas.microsoft.com/office/drawing/2014/main" id="{2578CC79-73A5-2F73-7F2D-3491F260C9DF}"/>
              </a:ext>
            </a:extLst>
          </p:cNvPr>
          <p:cNvSpPr>
            <a:spLocks noGrp="1"/>
          </p:cNvSpPr>
          <p:nvPr/>
        </p:nvSpPr>
        <p:spPr>
          <a:xfrm>
            <a:off x="9858375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S9</a:t>
            </a:r>
          </a:p>
        </p:txBody>
      </p:sp>
      <p:sp>
        <p:nvSpPr>
          <p:cNvPr id="35" name="grid-week-8">
            <a:extLst>
              <a:ext uri="{FF2B5EF4-FFF2-40B4-BE49-F238E27FC236}">
                <a16:creationId xmlns:a16="http://schemas.microsoft.com/office/drawing/2014/main" id="{5365D770-5445-7F7E-BA75-507A682CCD5C}"/>
              </a:ext>
            </a:extLst>
          </p:cNvPr>
          <p:cNvSpPr>
            <a:spLocks noGrp="1"/>
          </p:cNvSpPr>
          <p:nvPr/>
        </p:nvSpPr>
        <p:spPr>
          <a:xfrm>
            <a:off x="9858375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week-10">
            <a:extLst>
              <a:ext uri="{FF2B5EF4-FFF2-40B4-BE49-F238E27FC236}">
                <a16:creationId xmlns:a16="http://schemas.microsoft.com/office/drawing/2014/main" id="{5CF65EF7-F82D-7687-01B9-BB83DB9FC6B4}"/>
              </a:ext>
            </a:extLst>
          </p:cNvPr>
          <p:cNvSpPr>
            <a:spLocks noGrp="1"/>
          </p:cNvSpPr>
          <p:nvPr/>
        </p:nvSpPr>
        <p:spPr>
          <a:xfrm>
            <a:off x="10515600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S10</a:t>
            </a:r>
          </a:p>
        </p:txBody>
      </p:sp>
      <p:sp>
        <p:nvSpPr>
          <p:cNvPr id="37" name="grid-week-9">
            <a:extLst>
              <a:ext uri="{FF2B5EF4-FFF2-40B4-BE49-F238E27FC236}">
                <a16:creationId xmlns:a16="http://schemas.microsoft.com/office/drawing/2014/main" id="{058C35C0-E548-BDFE-442D-51755E762C7B}"/>
              </a:ext>
            </a:extLst>
          </p:cNvPr>
          <p:cNvSpPr>
            <a:spLocks noGrp="1"/>
          </p:cNvSpPr>
          <p:nvPr/>
        </p:nvSpPr>
        <p:spPr>
          <a:xfrm>
            <a:off x="10515600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8" name="week-11">
            <a:extLst>
              <a:ext uri="{FF2B5EF4-FFF2-40B4-BE49-F238E27FC236}">
                <a16:creationId xmlns:a16="http://schemas.microsoft.com/office/drawing/2014/main" id="{4FFB973C-0EBF-8B7B-1BED-233286EA3641}"/>
              </a:ext>
            </a:extLst>
          </p:cNvPr>
          <p:cNvSpPr>
            <a:spLocks noGrp="1"/>
          </p:cNvSpPr>
          <p:nvPr/>
        </p:nvSpPr>
        <p:spPr>
          <a:xfrm>
            <a:off x="11172825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2AE1EC"/>
                </a:solidFill>
              </a:defRPr>
            </a:defPPr>
            <a:lvl1pPr algn="ctr">
              <a:defRPr sz="1725" b="1">
                <a:solidFill>
                  <a:srgbClr val="2AE1EC"/>
                </a:solidFill>
              </a:defRPr>
            </a:lvl1pPr>
            <a:lvl2pPr algn="ctr">
              <a:defRPr sz="1725" b="1">
                <a:solidFill>
                  <a:srgbClr val="2AE1EC"/>
                </a:solidFill>
              </a:defRPr>
            </a:lvl2pPr>
            <a:lvl3pPr algn="ctr">
              <a:defRPr sz="1725" b="1">
                <a:solidFill>
                  <a:srgbClr val="2AE1EC"/>
                </a:solidFill>
              </a:defRPr>
            </a:lvl3pPr>
            <a:lvl4pPr algn="ctr">
              <a:defRPr sz="1725" b="1">
                <a:solidFill>
                  <a:srgbClr val="2AE1EC"/>
                </a:solidFill>
              </a:defRPr>
            </a:lvl4pPr>
            <a:lvl5pPr algn="ctr">
              <a:defRPr sz="1725" b="1">
                <a:solidFill>
                  <a:srgbClr val="2AE1EC"/>
                </a:solidFill>
              </a:defRPr>
            </a:lvl5pPr>
            <a:lvl6pPr algn="ctr">
              <a:defRPr sz="1725" b="1">
                <a:solidFill>
                  <a:srgbClr val="2AE1EC"/>
                </a:solidFill>
              </a:defRPr>
            </a:lvl6pPr>
            <a:lvl7pPr algn="ctr">
              <a:defRPr sz="1725" b="1">
                <a:solidFill>
                  <a:srgbClr val="2AE1EC"/>
                </a:solidFill>
              </a:defRPr>
            </a:lvl7pPr>
            <a:lvl8pPr algn="ctr">
              <a:defRPr sz="1725" b="1">
                <a:solidFill>
                  <a:srgbClr val="2AE1EC"/>
                </a:solidFill>
              </a:defRPr>
            </a:lvl8pPr>
            <a:lvl9pPr algn="ctr">
              <a:defRPr sz="1725" b="1">
                <a:solidFill>
                  <a:srgbClr val="2AE1EC"/>
                </a:solidFill>
              </a:defRPr>
            </a:lvl9pPr>
          </a:lstStyle>
          <a:p>
            <a:pPr algn="ctr">
              <a:defRPr sz="1725" b="1">
                <a:solidFill>
                  <a:srgbClr val="2AE1EC"/>
                </a:solidFill>
              </a:defRPr>
            </a:pPr>
            <a:r>
              <a:rPr lang="es-CL" sz="1725" b="1" noProof="0" dirty="0">
                <a:solidFill>
                  <a:srgbClr val="2AE1EC"/>
                </a:solidFill>
              </a:rPr>
              <a:t>S11</a:t>
            </a:r>
          </a:p>
        </p:txBody>
      </p:sp>
      <p:sp>
        <p:nvSpPr>
          <p:cNvPr id="39" name="grid-week-10">
            <a:extLst>
              <a:ext uri="{FF2B5EF4-FFF2-40B4-BE49-F238E27FC236}">
                <a16:creationId xmlns:a16="http://schemas.microsoft.com/office/drawing/2014/main" id="{35066779-5389-6B5A-6D1A-89D936C7955E}"/>
              </a:ext>
            </a:extLst>
          </p:cNvPr>
          <p:cNvSpPr>
            <a:spLocks noGrp="1"/>
          </p:cNvSpPr>
          <p:nvPr/>
        </p:nvSpPr>
        <p:spPr>
          <a:xfrm>
            <a:off x="11172825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week-12">
            <a:extLst>
              <a:ext uri="{FF2B5EF4-FFF2-40B4-BE49-F238E27FC236}">
                <a16:creationId xmlns:a16="http://schemas.microsoft.com/office/drawing/2014/main" id="{EE14A873-562E-81D5-8FB0-742F1E2EE7EE}"/>
              </a:ext>
            </a:extLst>
          </p:cNvPr>
          <p:cNvSpPr>
            <a:spLocks noGrp="1"/>
          </p:cNvSpPr>
          <p:nvPr/>
        </p:nvSpPr>
        <p:spPr>
          <a:xfrm>
            <a:off x="11830050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S12</a:t>
            </a:r>
          </a:p>
        </p:txBody>
      </p:sp>
      <p:sp>
        <p:nvSpPr>
          <p:cNvPr id="41" name="grid-week-11">
            <a:extLst>
              <a:ext uri="{FF2B5EF4-FFF2-40B4-BE49-F238E27FC236}">
                <a16:creationId xmlns:a16="http://schemas.microsoft.com/office/drawing/2014/main" id="{0A76121E-FFC4-0610-8A3C-57D805C8DD2B}"/>
              </a:ext>
            </a:extLst>
          </p:cNvPr>
          <p:cNvSpPr>
            <a:spLocks noGrp="1"/>
          </p:cNvSpPr>
          <p:nvPr/>
        </p:nvSpPr>
        <p:spPr>
          <a:xfrm>
            <a:off x="11830050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week-13">
            <a:extLst>
              <a:ext uri="{FF2B5EF4-FFF2-40B4-BE49-F238E27FC236}">
                <a16:creationId xmlns:a16="http://schemas.microsoft.com/office/drawing/2014/main" id="{A1CAB69E-0E45-E9D5-2AF9-DB1779DE3141}"/>
              </a:ext>
            </a:extLst>
          </p:cNvPr>
          <p:cNvSpPr>
            <a:spLocks noGrp="1"/>
          </p:cNvSpPr>
          <p:nvPr/>
        </p:nvSpPr>
        <p:spPr>
          <a:xfrm>
            <a:off x="12487275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S13</a:t>
            </a:r>
          </a:p>
        </p:txBody>
      </p:sp>
      <p:sp>
        <p:nvSpPr>
          <p:cNvPr id="43" name="grid-week-12">
            <a:extLst>
              <a:ext uri="{FF2B5EF4-FFF2-40B4-BE49-F238E27FC236}">
                <a16:creationId xmlns:a16="http://schemas.microsoft.com/office/drawing/2014/main" id="{4EC212CA-2694-4422-5389-7D9BAA7F167F}"/>
              </a:ext>
            </a:extLst>
          </p:cNvPr>
          <p:cNvSpPr>
            <a:spLocks noGrp="1"/>
          </p:cNvSpPr>
          <p:nvPr/>
        </p:nvSpPr>
        <p:spPr>
          <a:xfrm>
            <a:off x="12487275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4" name="week-14">
            <a:extLst>
              <a:ext uri="{FF2B5EF4-FFF2-40B4-BE49-F238E27FC236}">
                <a16:creationId xmlns:a16="http://schemas.microsoft.com/office/drawing/2014/main" id="{2EF763DE-5FB0-8311-6BF5-8E642BB1B4FE}"/>
              </a:ext>
            </a:extLst>
          </p:cNvPr>
          <p:cNvSpPr>
            <a:spLocks noGrp="1"/>
          </p:cNvSpPr>
          <p:nvPr/>
        </p:nvSpPr>
        <p:spPr>
          <a:xfrm>
            <a:off x="13144500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S14</a:t>
            </a:r>
          </a:p>
        </p:txBody>
      </p:sp>
      <p:sp>
        <p:nvSpPr>
          <p:cNvPr id="45" name="grid-week-13">
            <a:extLst>
              <a:ext uri="{FF2B5EF4-FFF2-40B4-BE49-F238E27FC236}">
                <a16:creationId xmlns:a16="http://schemas.microsoft.com/office/drawing/2014/main" id="{A5D3B1C2-42C9-CF62-FCC6-EDECFB940C37}"/>
              </a:ext>
            </a:extLst>
          </p:cNvPr>
          <p:cNvSpPr>
            <a:spLocks noGrp="1"/>
          </p:cNvSpPr>
          <p:nvPr/>
        </p:nvSpPr>
        <p:spPr>
          <a:xfrm>
            <a:off x="13144500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6" name="week-15">
            <a:extLst>
              <a:ext uri="{FF2B5EF4-FFF2-40B4-BE49-F238E27FC236}">
                <a16:creationId xmlns:a16="http://schemas.microsoft.com/office/drawing/2014/main" id="{56814A98-5956-73CB-C1CA-B2A55BCDDA2A}"/>
              </a:ext>
            </a:extLst>
          </p:cNvPr>
          <p:cNvSpPr>
            <a:spLocks noGrp="1"/>
          </p:cNvSpPr>
          <p:nvPr/>
        </p:nvSpPr>
        <p:spPr>
          <a:xfrm>
            <a:off x="13801725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S15</a:t>
            </a:r>
          </a:p>
        </p:txBody>
      </p:sp>
      <p:sp>
        <p:nvSpPr>
          <p:cNvPr id="47" name="grid-week-14">
            <a:extLst>
              <a:ext uri="{FF2B5EF4-FFF2-40B4-BE49-F238E27FC236}">
                <a16:creationId xmlns:a16="http://schemas.microsoft.com/office/drawing/2014/main" id="{427C18DE-0054-3ABD-E292-503DFEFA084B}"/>
              </a:ext>
            </a:extLst>
          </p:cNvPr>
          <p:cNvSpPr>
            <a:spLocks noGrp="1"/>
          </p:cNvSpPr>
          <p:nvPr/>
        </p:nvSpPr>
        <p:spPr>
          <a:xfrm>
            <a:off x="13801725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8" name="week-16">
            <a:extLst>
              <a:ext uri="{FF2B5EF4-FFF2-40B4-BE49-F238E27FC236}">
                <a16:creationId xmlns:a16="http://schemas.microsoft.com/office/drawing/2014/main" id="{2C88EF17-7758-C95C-A8DD-FD63BA27E770}"/>
              </a:ext>
            </a:extLst>
          </p:cNvPr>
          <p:cNvSpPr>
            <a:spLocks noGrp="1"/>
          </p:cNvSpPr>
          <p:nvPr/>
        </p:nvSpPr>
        <p:spPr>
          <a:xfrm>
            <a:off x="14458950" y="2421732"/>
            <a:ext cx="657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C8E4F1"/>
                </a:solidFill>
              </a:defRPr>
            </a:defPPr>
            <a:lvl1pPr algn="ctr">
              <a:defRPr sz="1725" b="1">
                <a:solidFill>
                  <a:srgbClr val="C8E4F1"/>
                </a:solidFill>
              </a:defRPr>
            </a:lvl1pPr>
            <a:lvl2pPr algn="ctr">
              <a:defRPr sz="1725" b="1">
                <a:solidFill>
                  <a:srgbClr val="C8E4F1"/>
                </a:solidFill>
              </a:defRPr>
            </a:lvl2pPr>
            <a:lvl3pPr algn="ctr">
              <a:defRPr sz="1725" b="1">
                <a:solidFill>
                  <a:srgbClr val="C8E4F1"/>
                </a:solidFill>
              </a:defRPr>
            </a:lvl3pPr>
            <a:lvl4pPr algn="ctr">
              <a:defRPr sz="1725" b="1">
                <a:solidFill>
                  <a:srgbClr val="C8E4F1"/>
                </a:solidFill>
              </a:defRPr>
            </a:lvl4pPr>
            <a:lvl5pPr algn="ctr">
              <a:defRPr sz="1725" b="1">
                <a:solidFill>
                  <a:srgbClr val="C8E4F1"/>
                </a:solidFill>
              </a:defRPr>
            </a:lvl5pPr>
            <a:lvl6pPr algn="ctr">
              <a:defRPr sz="1725" b="1">
                <a:solidFill>
                  <a:srgbClr val="C8E4F1"/>
                </a:solidFill>
              </a:defRPr>
            </a:lvl6pPr>
            <a:lvl7pPr algn="ctr">
              <a:defRPr sz="1725" b="1">
                <a:solidFill>
                  <a:srgbClr val="C8E4F1"/>
                </a:solidFill>
              </a:defRPr>
            </a:lvl7pPr>
            <a:lvl8pPr algn="ctr">
              <a:defRPr sz="1725" b="1">
                <a:solidFill>
                  <a:srgbClr val="C8E4F1"/>
                </a:solidFill>
              </a:defRPr>
            </a:lvl8pPr>
            <a:lvl9pPr algn="ctr">
              <a:defRPr sz="1725" b="1">
                <a:solidFill>
                  <a:srgbClr val="C8E4F1"/>
                </a:solidFill>
              </a:defRPr>
            </a:lvl9pPr>
          </a:lstStyle>
          <a:p>
            <a:pPr algn="ctr">
              <a:defRPr sz="1725" b="1">
                <a:solidFill>
                  <a:srgbClr val="C8E4F1"/>
                </a:solidFill>
              </a:defRPr>
            </a:pPr>
            <a:r>
              <a:rPr lang="es-CL" sz="1725" b="1" noProof="0" dirty="0">
                <a:solidFill>
                  <a:srgbClr val="C8E4F1"/>
                </a:solidFill>
              </a:rPr>
              <a:t>S16</a:t>
            </a:r>
          </a:p>
        </p:txBody>
      </p:sp>
      <p:sp>
        <p:nvSpPr>
          <p:cNvPr id="49" name="grid-week-15">
            <a:extLst>
              <a:ext uri="{FF2B5EF4-FFF2-40B4-BE49-F238E27FC236}">
                <a16:creationId xmlns:a16="http://schemas.microsoft.com/office/drawing/2014/main" id="{0AD0AB7E-45B8-547F-E211-E3D60E8C745F}"/>
              </a:ext>
            </a:extLst>
          </p:cNvPr>
          <p:cNvSpPr>
            <a:spLocks noGrp="1"/>
          </p:cNvSpPr>
          <p:nvPr/>
        </p:nvSpPr>
        <p:spPr>
          <a:xfrm>
            <a:off x="14458950" y="2774157"/>
            <a:ext cx="9525" cy="4276725"/>
          </a:xfrm>
          <a:prstGeom prst="rect">
            <a:avLst/>
          </a:prstGeom>
          <a:solidFill>
            <a:srgbClr val="24465F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0" name="row-divider-0">
            <a:extLst>
              <a:ext uri="{FF2B5EF4-FFF2-40B4-BE49-F238E27FC236}">
                <a16:creationId xmlns:a16="http://schemas.microsoft.com/office/drawing/2014/main" id="{2C39420C-EF14-87D5-E67E-2DB615FBA743}"/>
              </a:ext>
            </a:extLst>
          </p:cNvPr>
          <p:cNvSpPr>
            <a:spLocks noGrp="1"/>
          </p:cNvSpPr>
          <p:nvPr/>
        </p:nvSpPr>
        <p:spPr>
          <a:xfrm>
            <a:off x="809625" y="3593307"/>
            <a:ext cx="14211300" cy="9525"/>
          </a:xfrm>
          <a:prstGeom prst="rect">
            <a:avLst/>
          </a:prstGeom>
          <a:solidFill>
            <a:srgbClr val="31516B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1" name="id-H-01">
            <a:extLst>
              <a:ext uri="{FF2B5EF4-FFF2-40B4-BE49-F238E27FC236}">
                <a16:creationId xmlns:a16="http://schemas.microsoft.com/office/drawing/2014/main" id="{CA44E2EB-39DD-1064-58B6-90C0CB291214}"/>
              </a:ext>
            </a:extLst>
          </p:cNvPr>
          <p:cNvSpPr>
            <a:spLocks noGrp="1"/>
          </p:cNvSpPr>
          <p:nvPr/>
        </p:nvSpPr>
        <p:spPr>
          <a:xfrm>
            <a:off x="838200" y="2917032"/>
            <a:ext cx="809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2AE1EC"/>
                </a:solidFill>
              </a:defRPr>
            </a:defPPr>
            <a:lvl1pPr algn="l">
              <a:defRPr sz="1875" b="1">
                <a:solidFill>
                  <a:srgbClr val="2AE1EC"/>
                </a:solidFill>
              </a:defRPr>
            </a:lvl1pPr>
            <a:lvl2pPr algn="l">
              <a:defRPr sz="1875" b="1">
                <a:solidFill>
                  <a:srgbClr val="2AE1EC"/>
                </a:solidFill>
              </a:defRPr>
            </a:lvl2pPr>
            <a:lvl3pPr algn="l">
              <a:defRPr sz="1875" b="1">
                <a:solidFill>
                  <a:srgbClr val="2AE1EC"/>
                </a:solidFill>
              </a:defRPr>
            </a:lvl3pPr>
            <a:lvl4pPr algn="l">
              <a:defRPr sz="1875" b="1">
                <a:solidFill>
                  <a:srgbClr val="2AE1EC"/>
                </a:solidFill>
              </a:defRPr>
            </a:lvl4pPr>
            <a:lvl5pPr algn="l">
              <a:defRPr sz="1875" b="1">
                <a:solidFill>
                  <a:srgbClr val="2AE1EC"/>
                </a:solidFill>
              </a:defRPr>
            </a:lvl5pPr>
            <a:lvl6pPr algn="l">
              <a:defRPr sz="1875" b="1">
                <a:solidFill>
                  <a:srgbClr val="2AE1EC"/>
                </a:solidFill>
              </a:defRPr>
            </a:lvl6pPr>
            <a:lvl7pPr algn="l">
              <a:defRPr sz="1875" b="1">
                <a:solidFill>
                  <a:srgbClr val="2AE1EC"/>
                </a:solidFill>
              </a:defRPr>
            </a:lvl7pPr>
            <a:lvl8pPr algn="l">
              <a:defRPr sz="1875" b="1">
                <a:solidFill>
                  <a:srgbClr val="2AE1EC"/>
                </a:solidFill>
              </a:defRPr>
            </a:lvl8pPr>
            <a:lvl9pPr algn="l">
              <a:defRPr sz="1875" b="1">
                <a:solidFill>
                  <a:srgbClr val="2AE1EC"/>
                </a:solidFill>
              </a:defRPr>
            </a:lvl9pPr>
          </a:lstStyle>
          <a:p>
            <a:pPr algn="l">
              <a:defRPr sz="1875" b="1">
                <a:solidFill>
                  <a:srgbClr val="2AE1EC"/>
                </a:solidFill>
              </a:defRPr>
            </a:pPr>
            <a:r>
              <a:rPr lang="es-CL" sz="1875" b="1" noProof="0" dirty="0">
                <a:solidFill>
                  <a:srgbClr val="2AE1EC"/>
                </a:solidFill>
              </a:rPr>
              <a:t>H-01</a:t>
            </a:r>
          </a:p>
        </p:txBody>
      </p:sp>
      <p:sp>
        <p:nvSpPr>
          <p:cNvPr id="52" name="name-H-01">
            <a:extLst>
              <a:ext uri="{FF2B5EF4-FFF2-40B4-BE49-F238E27FC236}">
                <a16:creationId xmlns:a16="http://schemas.microsoft.com/office/drawing/2014/main" id="{A38C214C-39F0-C014-643E-F23BCF6B90EF}"/>
              </a:ext>
            </a:extLst>
          </p:cNvPr>
          <p:cNvSpPr>
            <a:spLocks noGrp="1"/>
          </p:cNvSpPr>
          <p:nvPr/>
        </p:nvSpPr>
        <p:spPr>
          <a:xfrm>
            <a:off x="1704975" y="2878932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s-CL" sz="1875" b="1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Propuesta e inicio</a:t>
            </a:r>
          </a:p>
        </p:txBody>
      </p:sp>
      <p:sp>
        <p:nvSpPr>
          <p:cNvPr id="53" name="status-H-01">
            <a:extLst>
              <a:ext uri="{FF2B5EF4-FFF2-40B4-BE49-F238E27FC236}">
                <a16:creationId xmlns:a16="http://schemas.microsoft.com/office/drawing/2014/main" id="{BA340384-AB0C-E90A-DBAE-3815F573E7D6}"/>
              </a:ext>
            </a:extLst>
          </p:cNvPr>
          <p:cNvSpPr>
            <a:spLocks noGrp="1"/>
          </p:cNvSpPr>
          <p:nvPr/>
        </p:nvSpPr>
        <p:spPr>
          <a:xfrm>
            <a:off x="1714500" y="3355182"/>
            <a:ext cx="2800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>
                <a:solidFill>
                  <a:srgbClr val="AAD2E5"/>
                </a:solidFill>
              </a:defRPr>
            </a:defPPr>
            <a:lvl1pPr algn="l">
              <a:defRPr sz="1500" b="0">
                <a:solidFill>
                  <a:srgbClr val="AAD2E5"/>
                </a:solidFill>
              </a:defRPr>
            </a:lvl1pPr>
            <a:lvl2pPr algn="l">
              <a:defRPr sz="1500" b="0">
                <a:solidFill>
                  <a:srgbClr val="AAD2E5"/>
                </a:solidFill>
              </a:defRPr>
            </a:lvl2pPr>
            <a:lvl3pPr algn="l">
              <a:defRPr sz="1500" b="0">
                <a:solidFill>
                  <a:srgbClr val="AAD2E5"/>
                </a:solidFill>
              </a:defRPr>
            </a:lvl3pPr>
            <a:lvl4pPr algn="l">
              <a:defRPr sz="1500" b="0">
                <a:solidFill>
                  <a:srgbClr val="AAD2E5"/>
                </a:solidFill>
              </a:defRPr>
            </a:lvl4pPr>
            <a:lvl5pPr algn="l">
              <a:defRPr sz="1500" b="0">
                <a:solidFill>
                  <a:srgbClr val="AAD2E5"/>
                </a:solidFill>
              </a:defRPr>
            </a:lvl5pPr>
            <a:lvl6pPr algn="l">
              <a:defRPr sz="1500" b="0">
                <a:solidFill>
                  <a:srgbClr val="AAD2E5"/>
                </a:solidFill>
              </a:defRPr>
            </a:lvl6pPr>
            <a:lvl7pPr algn="l">
              <a:defRPr sz="1500" b="0">
                <a:solidFill>
                  <a:srgbClr val="AAD2E5"/>
                </a:solidFill>
              </a:defRPr>
            </a:lvl7pPr>
            <a:lvl8pPr algn="l">
              <a:defRPr sz="1500" b="0">
                <a:solidFill>
                  <a:srgbClr val="AAD2E5"/>
                </a:solidFill>
              </a:defRPr>
            </a:lvl8pPr>
            <a:lvl9pPr algn="l">
              <a:defRPr sz="1500" b="0">
                <a:solidFill>
                  <a:srgbClr val="AAD2E5"/>
                </a:solidFill>
              </a:defRPr>
            </a:lvl9pPr>
          </a:lstStyle>
          <a:p>
            <a:pPr algn="l">
              <a:defRPr sz="1500" b="0">
                <a:solidFill>
                  <a:srgbClr val="AAD2E5"/>
                </a:solidFill>
              </a:defRPr>
            </a:pPr>
            <a:r>
              <a:rPr lang="es-CL" sz="1500" b="0" noProof="0" dirty="0">
                <a:solidFill>
                  <a:srgbClr val="AAD2E5"/>
                </a:solidFill>
              </a:rPr>
              <a:t>Completado · 04/09</a:t>
            </a:r>
          </a:p>
        </p:txBody>
      </p:sp>
      <p:sp>
        <p:nvSpPr>
          <p:cNvPr id="54" name="bar-H-01">
            <a:extLst>
              <a:ext uri="{FF2B5EF4-FFF2-40B4-BE49-F238E27FC236}">
                <a16:creationId xmlns:a16="http://schemas.microsoft.com/office/drawing/2014/main" id="{B2379FBD-CFB3-F941-7688-911B536EBDDD}"/>
              </a:ext>
            </a:extLst>
          </p:cNvPr>
          <p:cNvSpPr>
            <a:spLocks noGrp="1"/>
          </p:cNvSpPr>
          <p:nvPr/>
        </p:nvSpPr>
        <p:spPr>
          <a:xfrm>
            <a:off x="4648200" y="3002757"/>
            <a:ext cx="2533650" cy="409575"/>
          </a:xfrm>
          <a:prstGeom prst="rect">
            <a:avLst/>
          </a:prstGeom>
          <a:solidFill>
            <a:srgbClr val="1D855B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5" name="bar-label-H-01">
            <a:extLst>
              <a:ext uri="{FF2B5EF4-FFF2-40B4-BE49-F238E27FC236}">
                <a16:creationId xmlns:a16="http://schemas.microsoft.com/office/drawing/2014/main" id="{EE4E84BC-792E-9F90-3E74-20FBA270433D}"/>
              </a:ext>
            </a:extLst>
          </p:cNvPr>
          <p:cNvSpPr>
            <a:spLocks noGrp="1"/>
          </p:cNvSpPr>
          <p:nvPr/>
        </p:nvSpPr>
        <p:spPr>
          <a:xfrm>
            <a:off x="4648200" y="3107532"/>
            <a:ext cx="2533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lang="es-CL" sz="1425" b="1" noProof="0" dirty="0">
                <a:solidFill>
                  <a:srgbClr val="FFFFFF"/>
                </a:solidFill>
              </a:rPr>
              <a:t>COMPLETADO</a:t>
            </a:r>
          </a:p>
        </p:txBody>
      </p:sp>
      <p:sp>
        <p:nvSpPr>
          <p:cNvPr id="56" name="row-divider-1">
            <a:extLst>
              <a:ext uri="{FF2B5EF4-FFF2-40B4-BE49-F238E27FC236}">
                <a16:creationId xmlns:a16="http://schemas.microsoft.com/office/drawing/2014/main" id="{C831EAAF-351D-8671-689F-61760E08A6B8}"/>
              </a:ext>
            </a:extLst>
          </p:cNvPr>
          <p:cNvSpPr>
            <a:spLocks noGrp="1"/>
          </p:cNvSpPr>
          <p:nvPr/>
        </p:nvSpPr>
        <p:spPr>
          <a:xfrm>
            <a:off x="809625" y="4421982"/>
            <a:ext cx="14211300" cy="9525"/>
          </a:xfrm>
          <a:prstGeom prst="rect">
            <a:avLst/>
          </a:prstGeom>
          <a:solidFill>
            <a:srgbClr val="31516B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7" name="id-H-02">
            <a:extLst>
              <a:ext uri="{FF2B5EF4-FFF2-40B4-BE49-F238E27FC236}">
                <a16:creationId xmlns:a16="http://schemas.microsoft.com/office/drawing/2014/main" id="{7455E15C-C5DF-230C-6D02-E301803A8777}"/>
              </a:ext>
            </a:extLst>
          </p:cNvPr>
          <p:cNvSpPr>
            <a:spLocks noGrp="1"/>
          </p:cNvSpPr>
          <p:nvPr/>
        </p:nvSpPr>
        <p:spPr>
          <a:xfrm>
            <a:off x="838200" y="3745707"/>
            <a:ext cx="809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2AE1EC"/>
                </a:solidFill>
              </a:defRPr>
            </a:defPPr>
            <a:lvl1pPr algn="l">
              <a:defRPr sz="1875" b="1">
                <a:solidFill>
                  <a:srgbClr val="2AE1EC"/>
                </a:solidFill>
              </a:defRPr>
            </a:lvl1pPr>
            <a:lvl2pPr algn="l">
              <a:defRPr sz="1875" b="1">
                <a:solidFill>
                  <a:srgbClr val="2AE1EC"/>
                </a:solidFill>
              </a:defRPr>
            </a:lvl2pPr>
            <a:lvl3pPr algn="l">
              <a:defRPr sz="1875" b="1">
                <a:solidFill>
                  <a:srgbClr val="2AE1EC"/>
                </a:solidFill>
              </a:defRPr>
            </a:lvl3pPr>
            <a:lvl4pPr algn="l">
              <a:defRPr sz="1875" b="1">
                <a:solidFill>
                  <a:srgbClr val="2AE1EC"/>
                </a:solidFill>
              </a:defRPr>
            </a:lvl4pPr>
            <a:lvl5pPr algn="l">
              <a:defRPr sz="1875" b="1">
                <a:solidFill>
                  <a:srgbClr val="2AE1EC"/>
                </a:solidFill>
              </a:defRPr>
            </a:lvl5pPr>
            <a:lvl6pPr algn="l">
              <a:defRPr sz="1875" b="1">
                <a:solidFill>
                  <a:srgbClr val="2AE1EC"/>
                </a:solidFill>
              </a:defRPr>
            </a:lvl6pPr>
            <a:lvl7pPr algn="l">
              <a:defRPr sz="1875" b="1">
                <a:solidFill>
                  <a:srgbClr val="2AE1EC"/>
                </a:solidFill>
              </a:defRPr>
            </a:lvl7pPr>
            <a:lvl8pPr algn="l">
              <a:defRPr sz="1875" b="1">
                <a:solidFill>
                  <a:srgbClr val="2AE1EC"/>
                </a:solidFill>
              </a:defRPr>
            </a:lvl8pPr>
            <a:lvl9pPr algn="l">
              <a:defRPr sz="1875" b="1">
                <a:solidFill>
                  <a:srgbClr val="2AE1EC"/>
                </a:solidFill>
              </a:defRPr>
            </a:lvl9pPr>
          </a:lstStyle>
          <a:p>
            <a:pPr algn="l">
              <a:defRPr sz="1875" b="1">
                <a:solidFill>
                  <a:srgbClr val="2AE1EC"/>
                </a:solidFill>
              </a:defRPr>
            </a:pPr>
            <a:r>
              <a:rPr lang="es-CL" sz="1875" b="1" noProof="0" dirty="0">
                <a:solidFill>
                  <a:srgbClr val="2AE1EC"/>
                </a:solidFill>
              </a:rPr>
              <a:t>H-02</a:t>
            </a:r>
          </a:p>
        </p:txBody>
      </p:sp>
      <p:sp>
        <p:nvSpPr>
          <p:cNvPr id="58" name="name-H-02">
            <a:extLst>
              <a:ext uri="{FF2B5EF4-FFF2-40B4-BE49-F238E27FC236}">
                <a16:creationId xmlns:a16="http://schemas.microsoft.com/office/drawing/2014/main" id="{90EFF538-FA55-D7D1-F9E7-90DB3F9A0425}"/>
              </a:ext>
            </a:extLst>
          </p:cNvPr>
          <p:cNvSpPr>
            <a:spLocks noGrp="1"/>
          </p:cNvSpPr>
          <p:nvPr/>
        </p:nvSpPr>
        <p:spPr>
          <a:xfrm>
            <a:off x="1704975" y="3707607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s-CL" sz="1875" b="1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y arquitectura</a:t>
            </a:r>
          </a:p>
        </p:txBody>
      </p:sp>
      <p:sp>
        <p:nvSpPr>
          <p:cNvPr id="59" name="status-H-02">
            <a:extLst>
              <a:ext uri="{FF2B5EF4-FFF2-40B4-BE49-F238E27FC236}">
                <a16:creationId xmlns:a16="http://schemas.microsoft.com/office/drawing/2014/main" id="{B01437B2-78D1-E9D5-695A-F1879F99F0FF}"/>
              </a:ext>
            </a:extLst>
          </p:cNvPr>
          <p:cNvSpPr>
            <a:spLocks noGrp="1"/>
          </p:cNvSpPr>
          <p:nvPr/>
        </p:nvSpPr>
        <p:spPr>
          <a:xfrm>
            <a:off x="1714500" y="4183857"/>
            <a:ext cx="2800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>
                <a:solidFill>
                  <a:srgbClr val="AAD2E5"/>
                </a:solidFill>
              </a:defRPr>
            </a:defPPr>
            <a:lvl1pPr algn="l">
              <a:defRPr sz="1500" b="0">
                <a:solidFill>
                  <a:srgbClr val="AAD2E5"/>
                </a:solidFill>
              </a:defRPr>
            </a:lvl1pPr>
            <a:lvl2pPr algn="l">
              <a:defRPr sz="1500" b="0">
                <a:solidFill>
                  <a:srgbClr val="AAD2E5"/>
                </a:solidFill>
              </a:defRPr>
            </a:lvl2pPr>
            <a:lvl3pPr algn="l">
              <a:defRPr sz="1500" b="0">
                <a:solidFill>
                  <a:srgbClr val="AAD2E5"/>
                </a:solidFill>
              </a:defRPr>
            </a:lvl3pPr>
            <a:lvl4pPr algn="l">
              <a:defRPr sz="1500" b="0">
                <a:solidFill>
                  <a:srgbClr val="AAD2E5"/>
                </a:solidFill>
              </a:defRPr>
            </a:lvl4pPr>
            <a:lvl5pPr algn="l">
              <a:defRPr sz="1500" b="0">
                <a:solidFill>
                  <a:srgbClr val="AAD2E5"/>
                </a:solidFill>
              </a:defRPr>
            </a:lvl5pPr>
            <a:lvl6pPr algn="l">
              <a:defRPr sz="1500" b="0">
                <a:solidFill>
                  <a:srgbClr val="AAD2E5"/>
                </a:solidFill>
              </a:defRPr>
            </a:lvl6pPr>
            <a:lvl7pPr algn="l">
              <a:defRPr sz="1500" b="0">
                <a:solidFill>
                  <a:srgbClr val="AAD2E5"/>
                </a:solidFill>
              </a:defRPr>
            </a:lvl7pPr>
            <a:lvl8pPr algn="l">
              <a:defRPr sz="1500" b="0">
                <a:solidFill>
                  <a:srgbClr val="AAD2E5"/>
                </a:solidFill>
              </a:defRPr>
            </a:lvl8pPr>
            <a:lvl9pPr algn="l">
              <a:defRPr sz="1500" b="0">
                <a:solidFill>
                  <a:srgbClr val="AAD2E5"/>
                </a:solidFill>
              </a:defRPr>
            </a:lvl9pPr>
          </a:lstStyle>
          <a:p>
            <a:pPr algn="l">
              <a:defRPr sz="1500" b="0">
                <a:solidFill>
                  <a:srgbClr val="AAD2E5"/>
                </a:solidFill>
              </a:defRPr>
            </a:pPr>
            <a:r>
              <a:rPr lang="es-CL" sz="1500" b="0" noProof="0" dirty="0">
                <a:solidFill>
                  <a:srgbClr val="AAD2E5"/>
                </a:solidFill>
              </a:rPr>
              <a:t>Completado · 25/09</a:t>
            </a:r>
          </a:p>
        </p:txBody>
      </p:sp>
      <p:sp>
        <p:nvSpPr>
          <p:cNvPr id="60" name="bar-H-02">
            <a:extLst>
              <a:ext uri="{FF2B5EF4-FFF2-40B4-BE49-F238E27FC236}">
                <a16:creationId xmlns:a16="http://schemas.microsoft.com/office/drawing/2014/main" id="{8F43F025-D4AE-9383-1F80-0880ADC82740}"/>
              </a:ext>
            </a:extLst>
          </p:cNvPr>
          <p:cNvSpPr>
            <a:spLocks noGrp="1"/>
          </p:cNvSpPr>
          <p:nvPr/>
        </p:nvSpPr>
        <p:spPr>
          <a:xfrm>
            <a:off x="7277100" y="3831432"/>
            <a:ext cx="1876425" cy="409575"/>
          </a:xfrm>
          <a:prstGeom prst="rect">
            <a:avLst/>
          </a:prstGeom>
          <a:solidFill>
            <a:srgbClr val="1D855B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1" name="bar-label-H-02">
            <a:extLst>
              <a:ext uri="{FF2B5EF4-FFF2-40B4-BE49-F238E27FC236}">
                <a16:creationId xmlns:a16="http://schemas.microsoft.com/office/drawing/2014/main" id="{0B112D62-75FC-7AE0-3AF9-E49FF38C6B02}"/>
              </a:ext>
            </a:extLst>
          </p:cNvPr>
          <p:cNvSpPr>
            <a:spLocks noGrp="1"/>
          </p:cNvSpPr>
          <p:nvPr/>
        </p:nvSpPr>
        <p:spPr>
          <a:xfrm>
            <a:off x="7229475" y="3922482"/>
            <a:ext cx="1876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lang="es-CL" sz="1425" b="1" noProof="0" dirty="0">
                <a:solidFill>
                  <a:srgbClr val="FFFFFF"/>
                </a:solidFill>
              </a:rPr>
              <a:t>COMPLETADO</a:t>
            </a:r>
          </a:p>
        </p:txBody>
      </p:sp>
      <p:sp>
        <p:nvSpPr>
          <p:cNvPr id="62" name="row-divider-2">
            <a:extLst>
              <a:ext uri="{FF2B5EF4-FFF2-40B4-BE49-F238E27FC236}">
                <a16:creationId xmlns:a16="http://schemas.microsoft.com/office/drawing/2014/main" id="{5D607897-EF1E-4705-2211-AEC2908EF134}"/>
              </a:ext>
            </a:extLst>
          </p:cNvPr>
          <p:cNvSpPr>
            <a:spLocks noGrp="1"/>
          </p:cNvSpPr>
          <p:nvPr/>
        </p:nvSpPr>
        <p:spPr>
          <a:xfrm>
            <a:off x="809625" y="5250657"/>
            <a:ext cx="14211300" cy="9525"/>
          </a:xfrm>
          <a:prstGeom prst="rect">
            <a:avLst/>
          </a:prstGeom>
          <a:solidFill>
            <a:srgbClr val="31516B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3" name="id-H-03">
            <a:extLst>
              <a:ext uri="{FF2B5EF4-FFF2-40B4-BE49-F238E27FC236}">
                <a16:creationId xmlns:a16="http://schemas.microsoft.com/office/drawing/2014/main" id="{99E7506A-AEC5-2359-D405-DB0ED0B23D09}"/>
              </a:ext>
            </a:extLst>
          </p:cNvPr>
          <p:cNvSpPr>
            <a:spLocks noGrp="1"/>
          </p:cNvSpPr>
          <p:nvPr/>
        </p:nvSpPr>
        <p:spPr>
          <a:xfrm>
            <a:off x="838200" y="4574382"/>
            <a:ext cx="809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2AE1EC"/>
                </a:solidFill>
              </a:defRPr>
            </a:defPPr>
            <a:lvl1pPr algn="l">
              <a:defRPr sz="1875" b="1">
                <a:solidFill>
                  <a:srgbClr val="2AE1EC"/>
                </a:solidFill>
              </a:defRPr>
            </a:lvl1pPr>
            <a:lvl2pPr algn="l">
              <a:defRPr sz="1875" b="1">
                <a:solidFill>
                  <a:srgbClr val="2AE1EC"/>
                </a:solidFill>
              </a:defRPr>
            </a:lvl2pPr>
            <a:lvl3pPr algn="l">
              <a:defRPr sz="1875" b="1">
                <a:solidFill>
                  <a:srgbClr val="2AE1EC"/>
                </a:solidFill>
              </a:defRPr>
            </a:lvl3pPr>
            <a:lvl4pPr algn="l">
              <a:defRPr sz="1875" b="1">
                <a:solidFill>
                  <a:srgbClr val="2AE1EC"/>
                </a:solidFill>
              </a:defRPr>
            </a:lvl4pPr>
            <a:lvl5pPr algn="l">
              <a:defRPr sz="1875" b="1">
                <a:solidFill>
                  <a:srgbClr val="2AE1EC"/>
                </a:solidFill>
              </a:defRPr>
            </a:lvl5pPr>
            <a:lvl6pPr algn="l">
              <a:defRPr sz="1875" b="1">
                <a:solidFill>
                  <a:srgbClr val="2AE1EC"/>
                </a:solidFill>
              </a:defRPr>
            </a:lvl6pPr>
            <a:lvl7pPr algn="l">
              <a:defRPr sz="1875" b="1">
                <a:solidFill>
                  <a:srgbClr val="2AE1EC"/>
                </a:solidFill>
              </a:defRPr>
            </a:lvl7pPr>
            <a:lvl8pPr algn="l">
              <a:defRPr sz="1875" b="1">
                <a:solidFill>
                  <a:srgbClr val="2AE1EC"/>
                </a:solidFill>
              </a:defRPr>
            </a:lvl8pPr>
            <a:lvl9pPr algn="l">
              <a:defRPr sz="1875" b="1">
                <a:solidFill>
                  <a:srgbClr val="2AE1EC"/>
                </a:solidFill>
              </a:defRPr>
            </a:lvl9pPr>
          </a:lstStyle>
          <a:p>
            <a:pPr algn="l">
              <a:defRPr sz="1875" b="1">
                <a:solidFill>
                  <a:srgbClr val="2AE1EC"/>
                </a:solidFill>
              </a:defRPr>
            </a:pPr>
            <a:r>
              <a:rPr lang="es-CL" sz="1875" b="1" noProof="0" dirty="0">
                <a:solidFill>
                  <a:srgbClr val="2AE1EC"/>
                </a:solidFill>
              </a:rPr>
              <a:t>H-03</a:t>
            </a:r>
          </a:p>
        </p:txBody>
      </p:sp>
      <p:sp>
        <p:nvSpPr>
          <p:cNvPr id="64" name="name-H-03">
            <a:extLst>
              <a:ext uri="{FF2B5EF4-FFF2-40B4-BE49-F238E27FC236}">
                <a16:creationId xmlns:a16="http://schemas.microsoft.com/office/drawing/2014/main" id="{1F17A90C-EFEF-F425-BE9D-613FCE66814B}"/>
              </a:ext>
            </a:extLst>
          </p:cNvPr>
          <p:cNvSpPr>
            <a:spLocks noGrp="1"/>
          </p:cNvSpPr>
          <p:nvPr/>
        </p:nvSpPr>
        <p:spPr>
          <a:xfrm>
            <a:off x="1704975" y="4536282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s-CL" sz="1875" b="1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inicial</a:t>
            </a:r>
          </a:p>
        </p:txBody>
      </p:sp>
      <p:sp>
        <p:nvSpPr>
          <p:cNvPr id="65" name="status-H-03">
            <a:extLst>
              <a:ext uri="{FF2B5EF4-FFF2-40B4-BE49-F238E27FC236}">
                <a16:creationId xmlns:a16="http://schemas.microsoft.com/office/drawing/2014/main" id="{B0032F2F-D3DB-045D-65A2-910CEC946B07}"/>
              </a:ext>
            </a:extLst>
          </p:cNvPr>
          <p:cNvSpPr>
            <a:spLocks noGrp="1"/>
          </p:cNvSpPr>
          <p:nvPr/>
        </p:nvSpPr>
        <p:spPr>
          <a:xfrm>
            <a:off x="1714500" y="4920897"/>
            <a:ext cx="2800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>
                <a:solidFill>
                  <a:srgbClr val="AAD2E5"/>
                </a:solidFill>
              </a:defRPr>
            </a:defPPr>
            <a:lvl1pPr algn="l">
              <a:defRPr sz="1500" b="0">
                <a:solidFill>
                  <a:srgbClr val="AAD2E5"/>
                </a:solidFill>
              </a:defRPr>
            </a:lvl1pPr>
            <a:lvl2pPr algn="l">
              <a:defRPr sz="1500" b="0">
                <a:solidFill>
                  <a:srgbClr val="AAD2E5"/>
                </a:solidFill>
              </a:defRPr>
            </a:lvl2pPr>
            <a:lvl3pPr algn="l">
              <a:defRPr sz="1500" b="0">
                <a:solidFill>
                  <a:srgbClr val="AAD2E5"/>
                </a:solidFill>
              </a:defRPr>
            </a:lvl3pPr>
            <a:lvl4pPr algn="l">
              <a:defRPr sz="1500" b="0">
                <a:solidFill>
                  <a:srgbClr val="AAD2E5"/>
                </a:solidFill>
              </a:defRPr>
            </a:lvl4pPr>
            <a:lvl5pPr algn="l">
              <a:defRPr sz="1500" b="0">
                <a:solidFill>
                  <a:srgbClr val="AAD2E5"/>
                </a:solidFill>
              </a:defRPr>
            </a:lvl5pPr>
            <a:lvl6pPr algn="l">
              <a:defRPr sz="1500" b="0">
                <a:solidFill>
                  <a:srgbClr val="AAD2E5"/>
                </a:solidFill>
              </a:defRPr>
            </a:lvl6pPr>
            <a:lvl7pPr algn="l">
              <a:defRPr sz="1500" b="0">
                <a:solidFill>
                  <a:srgbClr val="AAD2E5"/>
                </a:solidFill>
              </a:defRPr>
            </a:lvl7pPr>
            <a:lvl8pPr algn="l">
              <a:defRPr sz="1500" b="0">
                <a:solidFill>
                  <a:srgbClr val="AAD2E5"/>
                </a:solidFill>
              </a:defRPr>
            </a:lvl8pPr>
            <a:lvl9pPr algn="l">
              <a:defRPr sz="1500" b="0">
                <a:solidFill>
                  <a:srgbClr val="AAD2E5"/>
                </a:solidFill>
              </a:defRPr>
            </a:lvl9pPr>
          </a:lstStyle>
          <a:p>
            <a:pPr algn="l">
              <a:defRPr sz="1500" b="0">
                <a:solidFill>
                  <a:srgbClr val="AAD2E5"/>
                </a:solidFill>
              </a:defRPr>
            </a:pPr>
            <a:r>
              <a:rPr lang="es-CL" sz="1500" b="1" noProof="0" dirty="0">
                <a:solidFill>
                  <a:srgbClr val="AAD2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curso · cierre pendiente</a:t>
            </a:r>
          </a:p>
        </p:txBody>
      </p:sp>
      <p:sp>
        <p:nvSpPr>
          <p:cNvPr id="66" name="bar-H-03">
            <a:extLst>
              <a:ext uri="{FF2B5EF4-FFF2-40B4-BE49-F238E27FC236}">
                <a16:creationId xmlns:a16="http://schemas.microsoft.com/office/drawing/2014/main" id="{5EA0D884-CD1B-DD46-6277-8DAE51342DF1}"/>
              </a:ext>
            </a:extLst>
          </p:cNvPr>
          <p:cNvSpPr>
            <a:spLocks noGrp="1"/>
          </p:cNvSpPr>
          <p:nvPr/>
        </p:nvSpPr>
        <p:spPr>
          <a:xfrm>
            <a:off x="9248775" y="4660107"/>
            <a:ext cx="2543175" cy="409575"/>
          </a:xfrm>
          <a:prstGeom prst="rect">
            <a:avLst/>
          </a:prstGeom>
          <a:solidFill>
            <a:srgbClr val="078BBA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7" name="bar-label-H-03">
            <a:extLst>
              <a:ext uri="{FF2B5EF4-FFF2-40B4-BE49-F238E27FC236}">
                <a16:creationId xmlns:a16="http://schemas.microsoft.com/office/drawing/2014/main" id="{5EC48164-5DEE-315F-08A1-0D27DAD1EBA9}"/>
              </a:ext>
            </a:extLst>
          </p:cNvPr>
          <p:cNvSpPr>
            <a:spLocks noGrp="1"/>
          </p:cNvSpPr>
          <p:nvPr/>
        </p:nvSpPr>
        <p:spPr>
          <a:xfrm>
            <a:off x="9586912" y="4753240"/>
            <a:ext cx="1876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lang="es-CL" sz="1425" b="1" noProof="0" dirty="0">
                <a:solidFill>
                  <a:srgbClr val="FFFFFF"/>
                </a:solidFill>
              </a:rPr>
              <a:t>EN CURSO</a:t>
            </a:r>
          </a:p>
        </p:txBody>
      </p:sp>
      <p:sp>
        <p:nvSpPr>
          <p:cNvPr id="68" name="row-divider-3">
            <a:extLst>
              <a:ext uri="{FF2B5EF4-FFF2-40B4-BE49-F238E27FC236}">
                <a16:creationId xmlns:a16="http://schemas.microsoft.com/office/drawing/2014/main" id="{39DE99EB-53A9-D797-9844-593CB7466610}"/>
              </a:ext>
            </a:extLst>
          </p:cNvPr>
          <p:cNvSpPr>
            <a:spLocks noGrp="1"/>
          </p:cNvSpPr>
          <p:nvPr/>
        </p:nvSpPr>
        <p:spPr>
          <a:xfrm>
            <a:off x="809625" y="6079332"/>
            <a:ext cx="14211300" cy="9525"/>
          </a:xfrm>
          <a:prstGeom prst="rect">
            <a:avLst/>
          </a:prstGeom>
          <a:solidFill>
            <a:srgbClr val="31516B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9" name="id-H-04">
            <a:extLst>
              <a:ext uri="{FF2B5EF4-FFF2-40B4-BE49-F238E27FC236}">
                <a16:creationId xmlns:a16="http://schemas.microsoft.com/office/drawing/2014/main" id="{6305D826-C69C-5878-369C-6E32E57062D4}"/>
              </a:ext>
            </a:extLst>
          </p:cNvPr>
          <p:cNvSpPr>
            <a:spLocks noGrp="1"/>
          </p:cNvSpPr>
          <p:nvPr/>
        </p:nvSpPr>
        <p:spPr>
          <a:xfrm>
            <a:off x="838200" y="5403057"/>
            <a:ext cx="809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2AE1EC"/>
                </a:solidFill>
              </a:defRPr>
            </a:defPPr>
            <a:lvl1pPr algn="l">
              <a:defRPr sz="1875" b="1">
                <a:solidFill>
                  <a:srgbClr val="2AE1EC"/>
                </a:solidFill>
              </a:defRPr>
            </a:lvl1pPr>
            <a:lvl2pPr algn="l">
              <a:defRPr sz="1875" b="1">
                <a:solidFill>
                  <a:srgbClr val="2AE1EC"/>
                </a:solidFill>
              </a:defRPr>
            </a:lvl2pPr>
            <a:lvl3pPr algn="l">
              <a:defRPr sz="1875" b="1">
                <a:solidFill>
                  <a:srgbClr val="2AE1EC"/>
                </a:solidFill>
              </a:defRPr>
            </a:lvl3pPr>
            <a:lvl4pPr algn="l">
              <a:defRPr sz="1875" b="1">
                <a:solidFill>
                  <a:srgbClr val="2AE1EC"/>
                </a:solidFill>
              </a:defRPr>
            </a:lvl4pPr>
            <a:lvl5pPr algn="l">
              <a:defRPr sz="1875" b="1">
                <a:solidFill>
                  <a:srgbClr val="2AE1EC"/>
                </a:solidFill>
              </a:defRPr>
            </a:lvl5pPr>
            <a:lvl6pPr algn="l">
              <a:defRPr sz="1875" b="1">
                <a:solidFill>
                  <a:srgbClr val="2AE1EC"/>
                </a:solidFill>
              </a:defRPr>
            </a:lvl6pPr>
            <a:lvl7pPr algn="l">
              <a:defRPr sz="1875" b="1">
                <a:solidFill>
                  <a:srgbClr val="2AE1EC"/>
                </a:solidFill>
              </a:defRPr>
            </a:lvl7pPr>
            <a:lvl8pPr algn="l">
              <a:defRPr sz="1875" b="1">
                <a:solidFill>
                  <a:srgbClr val="2AE1EC"/>
                </a:solidFill>
              </a:defRPr>
            </a:lvl8pPr>
            <a:lvl9pPr algn="l">
              <a:defRPr sz="1875" b="1">
                <a:solidFill>
                  <a:srgbClr val="2AE1EC"/>
                </a:solidFill>
              </a:defRPr>
            </a:lvl9pPr>
          </a:lstStyle>
          <a:p>
            <a:pPr algn="l">
              <a:defRPr sz="1875" b="1">
                <a:solidFill>
                  <a:srgbClr val="2AE1EC"/>
                </a:solidFill>
              </a:defRPr>
            </a:pPr>
            <a:r>
              <a:rPr lang="es-CL" sz="1875" b="1" noProof="0" dirty="0">
                <a:solidFill>
                  <a:srgbClr val="2AE1EC"/>
                </a:solidFill>
              </a:rPr>
              <a:t>H-04</a:t>
            </a:r>
          </a:p>
        </p:txBody>
      </p:sp>
      <p:sp>
        <p:nvSpPr>
          <p:cNvPr id="70" name="name-H-04">
            <a:extLst>
              <a:ext uri="{FF2B5EF4-FFF2-40B4-BE49-F238E27FC236}">
                <a16:creationId xmlns:a16="http://schemas.microsoft.com/office/drawing/2014/main" id="{96C1E4DA-8D0E-1E64-2F3C-31AF09198EB8}"/>
              </a:ext>
            </a:extLst>
          </p:cNvPr>
          <p:cNvSpPr>
            <a:spLocks noGrp="1"/>
          </p:cNvSpPr>
          <p:nvPr/>
        </p:nvSpPr>
        <p:spPr>
          <a:xfrm>
            <a:off x="1704975" y="5364957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s-CL" sz="1875" b="1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final y </a:t>
            </a:r>
            <a:r>
              <a:rPr lang="es-CL" sz="1875" b="1" noProof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</a:t>
            </a:r>
            <a:endParaRPr lang="es-CL" sz="1875" b="1" noProof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status-H-04">
            <a:extLst>
              <a:ext uri="{FF2B5EF4-FFF2-40B4-BE49-F238E27FC236}">
                <a16:creationId xmlns:a16="http://schemas.microsoft.com/office/drawing/2014/main" id="{8AB1B1B9-785F-241A-F3FE-AB0EAED7B16F}"/>
              </a:ext>
            </a:extLst>
          </p:cNvPr>
          <p:cNvSpPr>
            <a:spLocks noGrp="1"/>
          </p:cNvSpPr>
          <p:nvPr/>
        </p:nvSpPr>
        <p:spPr>
          <a:xfrm>
            <a:off x="1714500" y="5841207"/>
            <a:ext cx="2800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>
                <a:solidFill>
                  <a:srgbClr val="AAD2E5"/>
                </a:solidFill>
              </a:defRPr>
            </a:defPPr>
            <a:lvl1pPr algn="l">
              <a:defRPr sz="1500" b="0">
                <a:solidFill>
                  <a:srgbClr val="AAD2E5"/>
                </a:solidFill>
              </a:defRPr>
            </a:lvl1pPr>
            <a:lvl2pPr algn="l">
              <a:defRPr sz="1500" b="0">
                <a:solidFill>
                  <a:srgbClr val="AAD2E5"/>
                </a:solidFill>
              </a:defRPr>
            </a:lvl2pPr>
            <a:lvl3pPr algn="l">
              <a:defRPr sz="1500" b="0">
                <a:solidFill>
                  <a:srgbClr val="AAD2E5"/>
                </a:solidFill>
              </a:defRPr>
            </a:lvl3pPr>
            <a:lvl4pPr algn="l">
              <a:defRPr sz="1500" b="0">
                <a:solidFill>
                  <a:srgbClr val="AAD2E5"/>
                </a:solidFill>
              </a:defRPr>
            </a:lvl4pPr>
            <a:lvl5pPr algn="l">
              <a:defRPr sz="1500" b="0">
                <a:solidFill>
                  <a:srgbClr val="AAD2E5"/>
                </a:solidFill>
              </a:defRPr>
            </a:lvl5pPr>
            <a:lvl6pPr algn="l">
              <a:defRPr sz="1500" b="0">
                <a:solidFill>
                  <a:srgbClr val="AAD2E5"/>
                </a:solidFill>
              </a:defRPr>
            </a:lvl6pPr>
            <a:lvl7pPr algn="l">
              <a:defRPr sz="1500" b="0">
                <a:solidFill>
                  <a:srgbClr val="AAD2E5"/>
                </a:solidFill>
              </a:defRPr>
            </a:lvl7pPr>
            <a:lvl8pPr algn="l">
              <a:defRPr sz="1500" b="0">
                <a:solidFill>
                  <a:srgbClr val="AAD2E5"/>
                </a:solidFill>
              </a:defRPr>
            </a:lvl8pPr>
            <a:lvl9pPr algn="l">
              <a:defRPr sz="1500" b="0">
                <a:solidFill>
                  <a:srgbClr val="AAD2E5"/>
                </a:solidFill>
              </a:defRPr>
            </a:lvl9pPr>
          </a:lstStyle>
          <a:p>
            <a:pPr algn="l">
              <a:defRPr sz="1500" b="0">
                <a:solidFill>
                  <a:srgbClr val="AAD2E5"/>
                </a:solidFill>
              </a:defRPr>
            </a:pPr>
            <a:r>
              <a:rPr lang="es-CL" sz="1500" b="0" noProof="0" dirty="0">
                <a:solidFill>
                  <a:srgbClr val="AAD2E5"/>
                </a:solidFill>
              </a:rPr>
              <a:t>Programado · hito 06/11</a:t>
            </a:r>
          </a:p>
        </p:txBody>
      </p:sp>
      <p:sp>
        <p:nvSpPr>
          <p:cNvPr id="72" name="bar-H-04">
            <a:extLst>
              <a:ext uri="{FF2B5EF4-FFF2-40B4-BE49-F238E27FC236}">
                <a16:creationId xmlns:a16="http://schemas.microsoft.com/office/drawing/2014/main" id="{809EF518-05F8-FE72-1FF1-2C7776A4EF16}"/>
              </a:ext>
            </a:extLst>
          </p:cNvPr>
          <p:cNvSpPr>
            <a:spLocks noGrp="1"/>
          </p:cNvSpPr>
          <p:nvPr/>
        </p:nvSpPr>
        <p:spPr>
          <a:xfrm>
            <a:off x="11220450" y="5488782"/>
            <a:ext cx="1876425" cy="409575"/>
          </a:xfrm>
          <a:prstGeom prst="rect">
            <a:avLst/>
          </a:prstGeom>
          <a:solidFill>
            <a:srgbClr val="B66A19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3" name="bar-label-H-04">
            <a:extLst>
              <a:ext uri="{FF2B5EF4-FFF2-40B4-BE49-F238E27FC236}">
                <a16:creationId xmlns:a16="http://schemas.microsoft.com/office/drawing/2014/main" id="{E3BEF593-AFDB-5887-ACDB-204EA16B5DFF}"/>
              </a:ext>
            </a:extLst>
          </p:cNvPr>
          <p:cNvSpPr>
            <a:spLocks noGrp="1"/>
          </p:cNvSpPr>
          <p:nvPr/>
        </p:nvSpPr>
        <p:spPr>
          <a:xfrm>
            <a:off x="11220450" y="5593557"/>
            <a:ext cx="1876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lang="es-CL" sz="1425" b="1" noProof="0" dirty="0">
                <a:solidFill>
                  <a:srgbClr val="FFFFFF"/>
                </a:solidFill>
              </a:rPr>
              <a:t>PROGRAMADO</a:t>
            </a:r>
          </a:p>
        </p:txBody>
      </p:sp>
      <p:sp>
        <p:nvSpPr>
          <p:cNvPr id="74" name="row-divider-4">
            <a:extLst>
              <a:ext uri="{FF2B5EF4-FFF2-40B4-BE49-F238E27FC236}">
                <a16:creationId xmlns:a16="http://schemas.microsoft.com/office/drawing/2014/main" id="{A96C9A20-7A31-5700-818C-2D0A2A272F20}"/>
              </a:ext>
            </a:extLst>
          </p:cNvPr>
          <p:cNvSpPr>
            <a:spLocks noGrp="1"/>
          </p:cNvSpPr>
          <p:nvPr/>
        </p:nvSpPr>
        <p:spPr>
          <a:xfrm>
            <a:off x="809625" y="6908007"/>
            <a:ext cx="14211300" cy="9525"/>
          </a:xfrm>
          <a:prstGeom prst="rect">
            <a:avLst/>
          </a:prstGeom>
          <a:solidFill>
            <a:srgbClr val="31516B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5" name="id-H-05">
            <a:extLst>
              <a:ext uri="{FF2B5EF4-FFF2-40B4-BE49-F238E27FC236}">
                <a16:creationId xmlns:a16="http://schemas.microsoft.com/office/drawing/2014/main" id="{90B86865-F1C7-812F-9DF0-2C5C0CE605F0}"/>
              </a:ext>
            </a:extLst>
          </p:cNvPr>
          <p:cNvSpPr>
            <a:spLocks noGrp="1"/>
          </p:cNvSpPr>
          <p:nvPr/>
        </p:nvSpPr>
        <p:spPr>
          <a:xfrm>
            <a:off x="838200" y="6231732"/>
            <a:ext cx="809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2AE1EC"/>
                </a:solidFill>
              </a:defRPr>
            </a:defPPr>
            <a:lvl1pPr algn="l">
              <a:defRPr sz="1875" b="1">
                <a:solidFill>
                  <a:srgbClr val="2AE1EC"/>
                </a:solidFill>
              </a:defRPr>
            </a:lvl1pPr>
            <a:lvl2pPr algn="l">
              <a:defRPr sz="1875" b="1">
                <a:solidFill>
                  <a:srgbClr val="2AE1EC"/>
                </a:solidFill>
              </a:defRPr>
            </a:lvl2pPr>
            <a:lvl3pPr algn="l">
              <a:defRPr sz="1875" b="1">
                <a:solidFill>
                  <a:srgbClr val="2AE1EC"/>
                </a:solidFill>
              </a:defRPr>
            </a:lvl3pPr>
            <a:lvl4pPr algn="l">
              <a:defRPr sz="1875" b="1">
                <a:solidFill>
                  <a:srgbClr val="2AE1EC"/>
                </a:solidFill>
              </a:defRPr>
            </a:lvl4pPr>
            <a:lvl5pPr algn="l">
              <a:defRPr sz="1875" b="1">
                <a:solidFill>
                  <a:srgbClr val="2AE1EC"/>
                </a:solidFill>
              </a:defRPr>
            </a:lvl5pPr>
            <a:lvl6pPr algn="l">
              <a:defRPr sz="1875" b="1">
                <a:solidFill>
                  <a:srgbClr val="2AE1EC"/>
                </a:solidFill>
              </a:defRPr>
            </a:lvl6pPr>
            <a:lvl7pPr algn="l">
              <a:defRPr sz="1875" b="1">
                <a:solidFill>
                  <a:srgbClr val="2AE1EC"/>
                </a:solidFill>
              </a:defRPr>
            </a:lvl7pPr>
            <a:lvl8pPr algn="l">
              <a:defRPr sz="1875" b="1">
                <a:solidFill>
                  <a:srgbClr val="2AE1EC"/>
                </a:solidFill>
              </a:defRPr>
            </a:lvl8pPr>
            <a:lvl9pPr algn="l">
              <a:defRPr sz="1875" b="1">
                <a:solidFill>
                  <a:srgbClr val="2AE1EC"/>
                </a:solidFill>
              </a:defRPr>
            </a:lvl9pPr>
          </a:lstStyle>
          <a:p>
            <a:pPr algn="l">
              <a:defRPr sz="1875" b="1">
                <a:solidFill>
                  <a:srgbClr val="2AE1EC"/>
                </a:solidFill>
              </a:defRPr>
            </a:pPr>
            <a:r>
              <a:rPr lang="es-CL" sz="1875" b="1" noProof="0" dirty="0">
                <a:solidFill>
                  <a:srgbClr val="2AE1EC"/>
                </a:solidFill>
              </a:rPr>
              <a:t>H-05</a:t>
            </a:r>
          </a:p>
        </p:txBody>
      </p:sp>
      <p:sp>
        <p:nvSpPr>
          <p:cNvPr id="76" name="name-H-05">
            <a:extLst>
              <a:ext uri="{FF2B5EF4-FFF2-40B4-BE49-F238E27FC236}">
                <a16:creationId xmlns:a16="http://schemas.microsoft.com/office/drawing/2014/main" id="{A8D6BDEB-2AEA-DA91-2A54-082266AEA887}"/>
              </a:ext>
            </a:extLst>
          </p:cNvPr>
          <p:cNvSpPr>
            <a:spLocks noGrp="1"/>
          </p:cNvSpPr>
          <p:nvPr/>
        </p:nvSpPr>
        <p:spPr>
          <a:xfrm>
            <a:off x="1704975" y="6193632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</a:defRPr>
            </a:pPr>
            <a:r>
              <a:rPr lang="es-CL" sz="1875" b="1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Aceptación y cierre</a:t>
            </a:r>
          </a:p>
        </p:txBody>
      </p:sp>
      <p:sp>
        <p:nvSpPr>
          <p:cNvPr id="77" name="status-H-05">
            <a:extLst>
              <a:ext uri="{FF2B5EF4-FFF2-40B4-BE49-F238E27FC236}">
                <a16:creationId xmlns:a16="http://schemas.microsoft.com/office/drawing/2014/main" id="{EA766BFA-2591-4FCB-4DE1-80460285D842}"/>
              </a:ext>
            </a:extLst>
          </p:cNvPr>
          <p:cNvSpPr>
            <a:spLocks noGrp="1"/>
          </p:cNvSpPr>
          <p:nvPr/>
        </p:nvSpPr>
        <p:spPr>
          <a:xfrm>
            <a:off x="1714500" y="6669882"/>
            <a:ext cx="2800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>
                <a:solidFill>
                  <a:srgbClr val="AAD2E5"/>
                </a:solidFill>
              </a:defRPr>
            </a:defPPr>
            <a:lvl1pPr algn="l">
              <a:defRPr sz="1500" b="0">
                <a:solidFill>
                  <a:srgbClr val="AAD2E5"/>
                </a:solidFill>
              </a:defRPr>
            </a:lvl1pPr>
            <a:lvl2pPr algn="l">
              <a:defRPr sz="1500" b="0">
                <a:solidFill>
                  <a:srgbClr val="AAD2E5"/>
                </a:solidFill>
              </a:defRPr>
            </a:lvl2pPr>
            <a:lvl3pPr algn="l">
              <a:defRPr sz="1500" b="0">
                <a:solidFill>
                  <a:srgbClr val="AAD2E5"/>
                </a:solidFill>
              </a:defRPr>
            </a:lvl3pPr>
            <a:lvl4pPr algn="l">
              <a:defRPr sz="1500" b="0">
                <a:solidFill>
                  <a:srgbClr val="AAD2E5"/>
                </a:solidFill>
              </a:defRPr>
            </a:lvl4pPr>
            <a:lvl5pPr algn="l">
              <a:defRPr sz="1500" b="0">
                <a:solidFill>
                  <a:srgbClr val="AAD2E5"/>
                </a:solidFill>
              </a:defRPr>
            </a:lvl5pPr>
            <a:lvl6pPr algn="l">
              <a:defRPr sz="1500" b="0">
                <a:solidFill>
                  <a:srgbClr val="AAD2E5"/>
                </a:solidFill>
              </a:defRPr>
            </a:lvl6pPr>
            <a:lvl7pPr algn="l">
              <a:defRPr sz="1500" b="0">
                <a:solidFill>
                  <a:srgbClr val="AAD2E5"/>
                </a:solidFill>
              </a:defRPr>
            </a:lvl7pPr>
            <a:lvl8pPr algn="l">
              <a:defRPr sz="1500" b="0">
                <a:solidFill>
                  <a:srgbClr val="AAD2E5"/>
                </a:solidFill>
              </a:defRPr>
            </a:lvl8pPr>
            <a:lvl9pPr algn="l">
              <a:defRPr sz="1500" b="0">
                <a:solidFill>
                  <a:srgbClr val="AAD2E5"/>
                </a:solidFill>
              </a:defRPr>
            </a:lvl9pPr>
          </a:lstStyle>
          <a:p>
            <a:pPr algn="l">
              <a:defRPr sz="1500" b="0">
                <a:solidFill>
                  <a:srgbClr val="AAD2E5"/>
                </a:solidFill>
              </a:defRPr>
            </a:pPr>
            <a:r>
              <a:rPr lang="es-CL" sz="1500" b="0" noProof="0" dirty="0">
                <a:solidFill>
                  <a:srgbClr val="AAD2E5"/>
                </a:solidFill>
              </a:rPr>
              <a:t>Programado · hito 27/11</a:t>
            </a:r>
          </a:p>
        </p:txBody>
      </p:sp>
      <p:sp>
        <p:nvSpPr>
          <p:cNvPr id="78" name="bar-H-05">
            <a:extLst>
              <a:ext uri="{FF2B5EF4-FFF2-40B4-BE49-F238E27FC236}">
                <a16:creationId xmlns:a16="http://schemas.microsoft.com/office/drawing/2014/main" id="{F967D803-10ED-0B1A-D287-8F4493095D7A}"/>
              </a:ext>
            </a:extLst>
          </p:cNvPr>
          <p:cNvSpPr>
            <a:spLocks noGrp="1"/>
          </p:cNvSpPr>
          <p:nvPr/>
        </p:nvSpPr>
        <p:spPr>
          <a:xfrm>
            <a:off x="13192125" y="6317457"/>
            <a:ext cx="1876425" cy="409575"/>
          </a:xfrm>
          <a:prstGeom prst="rect">
            <a:avLst/>
          </a:prstGeom>
          <a:solidFill>
            <a:srgbClr val="7752A5"/>
          </a:solidFill>
          <a:ln w="0">
            <a:noFill/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9" name="bar-label-H-05">
            <a:extLst>
              <a:ext uri="{FF2B5EF4-FFF2-40B4-BE49-F238E27FC236}">
                <a16:creationId xmlns:a16="http://schemas.microsoft.com/office/drawing/2014/main" id="{21ABBFF2-6063-2DA4-6B43-1C9B0B7CE48B}"/>
              </a:ext>
            </a:extLst>
          </p:cNvPr>
          <p:cNvSpPr>
            <a:spLocks noGrp="1"/>
          </p:cNvSpPr>
          <p:nvPr/>
        </p:nvSpPr>
        <p:spPr>
          <a:xfrm>
            <a:off x="13192125" y="6422232"/>
            <a:ext cx="1876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lang="es-CL" sz="1425" b="1" noProof="0" dirty="0">
                <a:solidFill>
                  <a:srgbClr val="FFFFFF"/>
                </a:solidFill>
              </a:rPr>
              <a:t>PROGRAMADO</a:t>
            </a:r>
          </a:p>
        </p:txBody>
      </p:sp>
      <p:sp>
        <p:nvSpPr>
          <p:cNvPr id="80" name="dates-heading">
            <a:extLst>
              <a:ext uri="{FF2B5EF4-FFF2-40B4-BE49-F238E27FC236}">
                <a16:creationId xmlns:a16="http://schemas.microsoft.com/office/drawing/2014/main" id="{1ED6BD6F-33F4-A1C2-9C8D-5EDC079EA5FF}"/>
              </a:ext>
            </a:extLst>
          </p:cNvPr>
          <p:cNvSpPr>
            <a:spLocks noGrp="1"/>
          </p:cNvSpPr>
          <p:nvPr/>
        </p:nvSpPr>
        <p:spPr>
          <a:xfrm>
            <a:off x="809625" y="7194234"/>
            <a:ext cx="3571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>
                <a:solidFill>
                  <a:srgbClr val="A6CDDF"/>
                </a:solidFill>
              </a:defRPr>
            </a:defPPr>
            <a:lvl1pPr algn="l">
              <a:defRPr sz="1500" b="0">
                <a:solidFill>
                  <a:srgbClr val="A6CDDF"/>
                </a:solidFill>
              </a:defRPr>
            </a:lvl1pPr>
            <a:lvl2pPr algn="l">
              <a:defRPr sz="1500" b="0">
                <a:solidFill>
                  <a:srgbClr val="A6CDDF"/>
                </a:solidFill>
              </a:defRPr>
            </a:lvl2pPr>
            <a:lvl3pPr algn="l">
              <a:defRPr sz="1500" b="0">
                <a:solidFill>
                  <a:srgbClr val="A6CDDF"/>
                </a:solidFill>
              </a:defRPr>
            </a:lvl3pPr>
            <a:lvl4pPr algn="l">
              <a:defRPr sz="1500" b="0">
                <a:solidFill>
                  <a:srgbClr val="A6CDDF"/>
                </a:solidFill>
              </a:defRPr>
            </a:lvl4pPr>
            <a:lvl5pPr algn="l">
              <a:defRPr sz="1500" b="0">
                <a:solidFill>
                  <a:srgbClr val="A6CDDF"/>
                </a:solidFill>
              </a:defRPr>
            </a:lvl5pPr>
            <a:lvl6pPr algn="l">
              <a:defRPr sz="1500" b="0">
                <a:solidFill>
                  <a:srgbClr val="A6CDDF"/>
                </a:solidFill>
              </a:defRPr>
            </a:lvl6pPr>
            <a:lvl7pPr algn="l">
              <a:defRPr sz="1500" b="0">
                <a:solidFill>
                  <a:srgbClr val="A6CDDF"/>
                </a:solidFill>
              </a:defRPr>
            </a:lvl7pPr>
            <a:lvl8pPr algn="l">
              <a:defRPr sz="1500" b="0">
                <a:solidFill>
                  <a:srgbClr val="A6CDDF"/>
                </a:solidFill>
              </a:defRPr>
            </a:lvl8pPr>
            <a:lvl9pPr algn="l">
              <a:defRPr sz="1500" b="0">
                <a:solidFill>
                  <a:srgbClr val="A6CDDF"/>
                </a:solidFill>
              </a:defRPr>
            </a:lvl9pPr>
          </a:lstStyle>
          <a:p>
            <a:pPr algn="l">
              <a:defRPr sz="1500" b="0">
                <a:solidFill>
                  <a:srgbClr val="A6CDDF"/>
                </a:solidFill>
              </a:defRPr>
            </a:pPr>
            <a:r>
              <a:rPr lang="es-CL" sz="1800" b="1" noProof="0" dirty="0">
                <a:solidFill>
                  <a:srgbClr val="A6CDD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Cortes semanales</a:t>
            </a:r>
          </a:p>
        </p:txBody>
      </p:sp>
      <p:sp>
        <p:nvSpPr>
          <p:cNvPr id="81" name="cut-0">
            <a:extLst>
              <a:ext uri="{FF2B5EF4-FFF2-40B4-BE49-F238E27FC236}">
                <a16:creationId xmlns:a16="http://schemas.microsoft.com/office/drawing/2014/main" id="{3A378DEE-5622-8CC9-4A2D-7B0BC3C3F62E}"/>
              </a:ext>
            </a:extLst>
          </p:cNvPr>
          <p:cNvSpPr>
            <a:spLocks noGrp="1"/>
          </p:cNvSpPr>
          <p:nvPr/>
        </p:nvSpPr>
        <p:spPr>
          <a:xfrm>
            <a:off x="4648200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14/08</a:t>
            </a:r>
          </a:p>
        </p:txBody>
      </p:sp>
      <p:sp>
        <p:nvSpPr>
          <p:cNvPr id="82" name="cut-1">
            <a:extLst>
              <a:ext uri="{FF2B5EF4-FFF2-40B4-BE49-F238E27FC236}">
                <a16:creationId xmlns:a16="http://schemas.microsoft.com/office/drawing/2014/main" id="{D7B46606-4447-5734-C297-67C40F14C142}"/>
              </a:ext>
            </a:extLst>
          </p:cNvPr>
          <p:cNvSpPr>
            <a:spLocks noGrp="1"/>
          </p:cNvSpPr>
          <p:nvPr/>
        </p:nvSpPr>
        <p:spPr>
          <a:xfrm>
            <a:off x="5305425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21/08</a:t>
            </a:r>
          </a:p>
        </p:txBody>
      </p:sp>
      <p:sp>
        <p:nvSpPr>
          <p:cNvPr id="83" name="cut-2">
            <a:extLst>
              <a:ext uri="{FF2B5EF4-FFF2-40B4-BE49-F238E27FC236}">
                <a16:creationId xmlns:a16="http://schemas.microsoft.com/office/drawing/2014/main" id="{3A57255A-A471-1DC1-E9A7-94AD0B62E0CF}"/>
              </a:ext>
            </a:extLst>
          </p:cNvPr>
          <p:cNvSpPr>
            <a:spLocks noGrp="1"/>
          </p:cNvSpPr>
          <p:nvPr/>
        </p:nvSpPr>
        <p:spPr>
          <a:xfrm>
            <a:off x="5962650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28/08</a:t>
            </a:r>
          </a:p>
        </p:txBody>
      </p:sp>
      <p:sp>
        <p:nvSpPr>
          <p:cNvPr id="84" name="cut-3">
            <a:extLst>
              <a:ext uri="{FF2B5EF4-FFF2-40B4-BE49-F238E27FC236}">
                <a16:creationId xmlns:a16="http://schemas.microsoft.com/office/drawing/2014/main" id="{CE2B8445-31E1-E598-81B7-5ABBF9BA1424}"/>
              </a:ext>
            </a:extLst>
          </p:cNvPr>
          <p:cNvSpPr>
            <a:spLocks noGrp="1"/>
          </p:cNvSpPr>
          <p:nvPr/>
        </p:nvSpPr>
        <p:spPr>
          <a:xfrm>
            <a:off x="6619875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04/09</a:t>
            </a:r>
          </a:p>
        </p:txBody>
      </p:sp>
      <p:sp>
        <p:nvSpPr>
          <p:cNvPr id="85" name="cut-4">
            <a:extLst>
              <a:ext uri="{FF2B5EF4-FFF2-40B4-BE49-F238E27FC236}">
                <a16:creationId xmlns:a16="http://schemas.microsoft.com/office/drawing/2014/main" id="{408B71B0-2FDE-6E09-4FB7-17E1EB10478D}"/>
              </a:ext>
            </a:extLst>
          </p:cNvPr>
          <p:cNvSpPr>
            <a:spLocks noGrp="1"/>
          </p:cNvSpPr>
          <p:nvPr/>
        </p:nvSpPr>
        <p:spPr>
          <a:xfrm>
            <a:off x="7277100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11/09</a:t>
            </a:r>
          </a:p>
        </p:txBody>
      </p:sp>
      <p:sp>
        <p:nvSpPr>
          <p:cNvPr id="86" name="cut-5">
            <a:extLst>
              <a:ext uri="{FF2B5EF4-FFF2-40B4-BE49-F238E27FC236}">
                <a16:creationId xmlns:a16="http://schemas.microsoft.com/office/drawing/2014/main" id="{5B4D8146-E08E-3E26-D413-A285CE2D2C3B}"/>
              </a:ext>
            </a:extLst>
          </p:cNvPr>
          <p:cNvSpPr>
            <a:spLocks noGrp="1"/>
          </p:cNvSpPr>
          <p:nvPr/>
        </p:nvSpPr>
        <p:spPr>
          <a:xfrm>
            <a:off x="7934325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18/09</a:t>
            </a:r>
          </a:p>
        </p:txBody>
      </p:sp>
      <p:sp>
        <p:nvSpPr>
          <p:cNvPr id="87" name="cut-6">
            <a:extLst>
              <a:ext uri="{FF2B5EF4-FFF2-40B4-BE49-F238E27FC236}">
                <a16:creationId xmlns:a16="http://schemas.microsoft.com/office/drawing/2014/main" id="{4AED6322-86A8-EEDE-305F-AC831F94BD42}"/>
              </a:ext>
            </a:extLst>
          </p:cNvPr>
          <p:cNvSpPr>
            <a:spLocks noGrp="1"/>
          </p:cNvSpPr>
          <p:nvPr/>
        </p:nvSpPr>
        <p:spPr>
          <a:xfrm>
            <a:off x="8591550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25/09</a:t>
            </a:r>
          </a:p>
        </p:txBody>
      </p:sp>
      <p:sp>
        <p:nvSpPr>
          <p:cNvPr id="88" name="cut-7">
            <a:extLst>
              <a:ext uri="{FF2B5EF4-FFF2-40B4-BE49-F238E27FC236}">
                <a16:creationId xmlns:a16="http://schemas.microsoft.com/office/drawing/2014/main" id="{E51E919F-355C-424B-63E1-B3AB5631DD3F}"/>
              </a:ext>
            </a:extLst>
          </p:cNvPr>
          <p:cNvSpPr>
            <a:spLocks noGrp="1"/>
          </p:cNvSpPr>
          <p:nvPr/>
        </p:nvSpPr>
        <p:spPr>
          <a:xfrm>
            <a:off x="9248775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02/10</a:t>
            </a:r>
          </a:p>
        </p:txBody>
      </p:sp>
      <p:sp>
        <p:nvSpPr>
          <p:cNvPr id="89" name="cut-8">
            <a:extLst>
              <a:ext uri="{FF2B5EF4-FFF2-40B4-BE49-F238E27FC236}">
                <a16:creationId xmlns:a16="http://schemas.microsoft.com/office/drawing/2014/main" id="{B2DA71D3-9885-050D-8709-E2923F4FF336}"/>
              </a:ext>
            </a:extLst>
          </p:cNvPr>
          <p:cNvSpPr>
            <a:spLocks noGrp="1"/>
          </p:cNvSpPr>
          <p:nvPr/>
        </p:nvSpPr>
        <p:spPr>
          <a:xfrm>
            <a:off x="9906000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09/10</a:t>
            </a:r>
          </a:p>
        </p:txBody>
      </p:sp>
      <p:sp>
        <p:nvSpPr>
          <p:cNvPr id="90" name="cut-9">
            <a:extLst>
              <a:ext uri="{FF2B5EF4-FFF2-40B4-BE49-F238E27FC236}">
                <a16:creationId xmlns:a16="http://schemas.microsoft.com/office/drawing/2014/main" id="{52974B04-FF39-B7D2-80A9-D0DE0BB9793E}"/>
              </a:ext>
            </a:extLst>
          </p:cNvPr>
          <p:cNvSpPr>
            <a:spLocks noGrp="1"/>
          </p:cNvSpPr>
          <p:nvPr/>
        </p:nvSpPr>
        <p:spPr>
          <a:xfrm>
            <a:off x="10563225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16/10</a:t>
            </a:r>
          </a:p>
        </p:txBody>
      </p:sp>
      <p:sp>
        <p:nvSpPr>
          <p:cNvPr id="91" name="cut-10">
            <a:extLst>
              <a:ext uri="{FF2B5EF4-FFF2-40B4-BE49-F238E27FC236}">
                <a16:creationId xmlns:a16="http://schemas.microsoft.com/office/drawing/2014/main" id="{A11AC3CB-DFC4-B68E-B8EC-4FB53A4D5B46}"/>
              </a:ext>
            </a:extLst>
          </p:cNvPr>
          <p:cNvSpPr>
            <a:spLocks noGrp="1"/>
          </p:cNvSpPr>
          <p:nvPr/>
        </p:nvSpPr>
        <p:spPr>
          <a:xfrm>
            <a:off x="11220450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2AE1EC"/>
                </a:solidFill>
              </a:defRPr>
            </a:defPPr>
            <a:lvl1pPr algn="ctr">
              <a:defRPr sz="1350" b="1">
                <a:solidFill>
                  <a:srgbClr val="2AE1EC"/>
                </a:solidFill>
              </a:defRPr>
            </a:lvl1pPr>
            <a:lvl2pPr algn="ctr">
              <a:defRPr sz="1350" b="1">
                <a:solidFill>
                  <a:srgbClr val="2AE1EC"/>
                </a:solidFill>
              </a:defRPr>
            </a:lvl2pPr>
            <a:lvl3pPr algn="ctr">
              <a:defRPr sz="1350" b="1">
                <a:solidFill>
                  <a:srgbClr val="2AE1EC"/>
                </a:solidFill>
              </a:defRPr>
            </a:lvl3pPr>
            <a:lvl4pPr algn="ctr">
              <a:defRPr sz="1350" b="1">
                <a:solidFill>
                  <a:srgbClr val="2AE1EC"/>
                </a:solidFill>
              </a:defRPr>
            </a:lvl4pPr>
            <a:lvl5pPr algn="ctr">
              <a:defRPr sz="1350" b="1">
                <a:solidFill>
                  <a:srgbClr val="2AE1EC"/>
                </a:solidFill>
              </a:defRPr>
            </a:lvl5pPr>
            <a:lvl6pPr algn="ctr">
              <a:defRPr sz="1350" b="1">
                <a:solidFill>
                  <a:srgbClr val="2AE1EC"/>
                </a:solidFill>
              </a:defRPr>
            </a:lvl6pPr>
            <a:lvl7pPr algn="ctr">
              <a:defRPr sz="1350" b="1">
                <a:solidFill>
                  <a:srgbClr val="2AE1EC"/>
                </a:solidFill>
              </a:defRPr>
            </a:lvl7pPr>
            <a:lvl8pPr algn="ctr">
              <a:defRPr sz="1350" b="1">
                <a:solidFill>
                  <a:srgbClr val="2AE1EC"/>
                </a:solidFill>
              </a:defRPr>
            </a:lvl8pPr>
            <a:lvl9pPr algn="ctr">
              <a:defRPr sz="1350" b="1">
                <a:solidFill>
                  <a:srgbClr val="2AE1EC"/>
                </a:solidFill>
              </a:defRPr>
            </a:lvl9pPr>
          </a:lstStyle>
          <a:p>
            <a:r>
              <a:rPr lang="es-CL" dirty="0"/>
              <a:t>23/10</a:t>
            </a:r>
          </a:p>
        </p:txBody>
      </p:sp>
      <p:sp>
        <p:nvSpPr>
          <p:cNvPr id="92" name="cut-11">
            <a:extLst>
              <a:ext uri="{FF2B5EF4-FFF2-40B4-BE49-F238E27FC236}">
                <a16:creationId xmlns:a16="http://schemas.microsoft.com/office/drawing/2014/main" id="{512CA81A-7DB5-96D6-E853-ADEAD9A9D976}"/>
              </a:ext>
            </a:extLst>
          </p:cNvPr>
          <p:cNvSpPr>
            <a:spLocks noGrp="1"/>
          </p:cNvSpPr>
          <p:nvPr/>
        </p:nvSpPr>
        <p:spPr>
          <a:xfrm>
            <a:off x="11877675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r>
              <a:rPr lang="es-CL" dirty="0"/>
              <a:t>30/10</a:t>
            </a:r>
          </a:p>
        </p:txBody>
      </p:sp>
      <p:sp>
        <p:nvSpPr>
          <p:cNvPr id="93" name="cut-12">
            <a:extLst>
              <a:ext uri="{FF2B5EF4-FFF2-40B4-BE49-F238E27FC236}">
                <a16:creationId xmlns:a16="http://schemas.microsoft.com/office/drawing/2014/main" id="{9A385A72-8672-D9FB-5C87-42EF6BABE42B}"/>
              </a:ext>
            </a:extLst>
          </p:cNvPr>
          <p:cNvSpPr>
            <a:spLocks noGrp="1"/>
          </p:cNvSpPr>
          <p:nvPr/>
        </p:nvSpPr>
        <p:spPr>
          <a:xfrm>
            <a:off x="12534900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06/11</a:t>
            </a:r>
          </a:p>
        </p:txBody>
      </p:sp>
      <p:sp>
        <p:nvSpPr>
          <p:cNvPr id="94" name="cut-13">
            <a:extLst>
              <a:ext uri="{FF2B5EF4-FFF2-40B4-BE49-F238E27FC236}">
                <a16:creationId xmlns:a16="http://schemas.microsoft.com/office/drawing/2014/main" id="{B3A5435E-E5B6-A901-E151-B115BD8D5601}"/>
              </a:ext>
            </a:extLst>
          </p:cNvPr>
          <p:cNvSpPr>
            <a:spLocks noGrp="1"/>
          </p:cNvSpPr>
          <p:nvPr/>
        </p:nvSpPr>
        <p:spPr>
          <a:xfrm>
            <a:off x="13192125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13/11</a:t>
            </a:r>
          </a:p>
        </p:txBody>
      </p:sp>
      <p:sp>
        <p:nvSpPr>
          <p:cNvPr id="95" name="cut-14">
            <a:extLst>
              <a:ext uri="{FF2B5EF4-FFF2-40B4-BE49-F238E27FC236}">
                <a16:creationId xmlns:a16="http://schemas.microsoft.com/office/drawing/2014/main" id="{67542325-007F-2778-F910-7E670C5DDD0E}"/>
              </a:ext>
            </a:extLst>
          </p:cNvPr>
          <p:cNvSpPr>
            <a:spLocks noGrp="1"/>
          </p:cNvSpPr>
          <p:nvPr/>
        </p:nvSpPr>
        <p:spPr>
          <a:xfrm>
            <a:off x="13849350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20/11</a:t>
            </a:r>
          </a:p>
        </p:txBody>
      </p:sp>
      <p:sp>
        <p:nvSpPr>
          <p:cNvPr id="96" name="cut-15">
            <a:extLst>
              <a:ext uri="{FF2B5EF4-FFF2-40B4-BE49-F238E27FC236}">
                <a16:creationId xmlns:a16="http://schemas.microsoft.com/office/drawing/2014/main" id="{D6DA5394-5411-1283-4A96-6E58AEEEED31}"/>
              </a:ext>
            </a:extLst>
          </p:cNvPr>
          <p:cNvSpPr>
            <a:spLocks noGrp="1"/>
          </p:cNvSpPr>
          <p:nvPr/>
        </p:nvSpPr>
        <p:spPr>
          <a:xfrm>
            <a:off x="14506575" y="7227094"/>
            <a:ext cx="657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0">
                <a:solidFill>
                  <a:srgbClr val="ADD1E4"/>
                </a:solidFill>
              </a:defRPr>
            </a:defPPr>
            <a:lvl1pPr algn="ctr">
              <a:defRPr sz="1350" b="0">
                <a:solidFill>
                  <a:srgbClr val="ADD1E4"/>
                </a:solidFill>
              </a:defRPr>
            </a:lvl1pPr>
            <a:lvl2pPr algn="ctr">
              <a:defRPr sz="1350" b="0">
                <a:solidFill>
                  <a:srgbClr val="ADD1E4"/>
                </a:solidFill>
              </a:defRPr>
            </a:lvl2pPr>
            <a:lvl3pPr algn="ctr">
              <a:defRPr sz="1350" b="0">
                <a:solidFill>
                  <a:srgbClr val="ADD1E4"/>
                </a:solidFill>
              </a:defRPr>
            </a:lvl3pPr>
            <a:lvl4pPr algn="ctr">
              <a:defRPr sz="1350" b="0">
                <a:solidFill>
                  <a:srgbClr val="ADD1E4"/>
                </a:solidFill>
              </a:defRPr>
            </a:lvl4pPr>
            <a:lvl5pPr algn="ctr">
              <a:defRPr sz="1350" b="0">
                <a:solidFill>
                  <a:srgbClr val="ADD1E4"/>
                </a:solidFill>
              </a:defRPr>
            </a:lvl5pPr>
            <a:lvl6pPr algn="ctr">
              <a:defRPr sz="1350" b="0">
                <a:solidFill>
                  <a:srgbClr val="ADD1E4"/>
                </a:solidFill>
              </a:defRPr>
            </a:lvl6pPr>
            <a:lvl7pPr algn="ctr">
              <a:defRPr sz="1350" b="0">
                <a:solidFill>
                  <a:srgbClr val="ADD1E4"/>
                </a:solidFill>
              </a:defRPr>
            </a:lvl7pPr>
            <a:lvl8pPr algn="ctr">
              <a:defRPr sz="1350" b="0">
                <a:solidFill>
                  <a:srgbClr val="ADD1E4"/>
                </a:solidFill>
              </a:defRPr>
            </a:lvl8pPr>
            <a:lvl9pPr algn="ctr">
              <a:defRPr sz="1350" b="0">
                <a:solidFill>
                  <a:srgbClr val="ADD1E4"/>
                </a:solidFill>
              </a:defRPr>
            </a:lvl9pPr>
          </a:lstStyle>
          <a:p>
            <a:pPr algn="ctr">
              <a:defRPr sz="1350" b="0">
                <a:solidFill>
                  <a:srgbClr val="ADD1E4"/>
                </a:solidFill>
              </a:defRPr>
            </a:pPr>
            <a:r>
              <a:rPr lang="es-CL" sz="1350" b="0" noProof="0" dirty="0">
                <a:solidFill>
                  <a:srgbClr val="ADD1E4"/>
                </a:solidFill>
              </a:rPr>
              <a:t>27/11</a:t>
            </a:r>
          </a:p>
        </p:txBody>
      </p:sp>
      <p:grpSp>
        <p:nvGrpSpPr>
          <p:cNvPr id="97" name="Grupo 96">
            <a:extLst>
              <a:ext uri="{FF2B5EF4-FFF2-40B4-BE49-F238E27FC236}">
                <a16:creationId xmlns:a16="http://schemas.microsoft.com/office/drawing/2014/main" id="{1361498B-1FE2-D6BE-A228-F9BBD5198B99}"/>
              </a:ext>
            </a:extLst>
          </p:cNvPr>
          <p:cNvGrpSpPr/>
          <p:nvPr/>
        </p:nvGrpSpPr>
        <p:grpSpPr>
          <a:xfrm>
            <a:off x="687235" y="7575019"/>
            <a:ext cx="14551329" cy="486375"/>
            <a:chOff x="549595" y="6561798"/>
            <a:chExt cx="14860014" cy="1197431"/>
          </a:xfrm>
        </p:grpSpPr>
        <p:sp>
          <p:nvSpPr>
            <p:cNvPr id="98" name="Rectángulo: esquinas redondeadas 97">
              <a:extLst>
                <a:ext uri="{FF2B5EF4-FFF2-40B4-BE49-F238E27FC236}">
                  <a16:creationId xmlns:a16="http://schemas.microsoft.com/office/drawing/2014/main" id="{28B0A72B-BDC9-3BB4-0986-36538FAFCBC2}"/>
                </a:ext>
              </a:extLst>
            </p:cNvPr>
            <p:cNvSpPr/>
            <p:nvPr/>
          </p:nvSpPr>
          <p:spPr>
            <a:xfrm>
              <a:off x="637694" y="6561798"/>
              <a:ext cx="14771915" cy="1197427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es-CL" sz="20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H-</a:t>
              </a:r>
              <a:r>
                <a:rPr lang="es-CL" sz="2000" b="1" noProof="0" dirty="0">
                  <a:solidFill>
                    <a:srgbClr val="3DF5FA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03</a:t>
              </a:r>
              <a:r>
                <a:rPr lang="es-CL" sz="20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Cierre planificado el </a:t>
              </a:r>
              <a:r>
                <a:rPr lang="es-CL" sz="2000" b="1" noProof="0" dirty="0">
                  <a:solidFill>
                    <a:srgbClr val="3DF5FA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16/10</a:t>
              </a:r>
              <a:endParaRPr lang="es-CL" sz="3600" b="1" noProof="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99" name="Rectángulo: esquinas superiores redondeadas 98">
              <a:extLst>
                <a:ext uri="{FF2B5EF4-FFF2-40B4-BE49-F238E27FC236}">
                  <a16:creationId xmlns:a16="http://schemas.microsoft.com/office/drawing/2014/main" id="{6EE2939E-2C89-A0AA-E419-E957385C72DA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sp>
        <p:nvSpPr>
          <p:cNvPr id="100" name="Rectángulo: esquinas redondeadas 99">
            <a:extLst>
              <a:ext uri="{FF2B5EF4-FFF2-40B4-BE49-F238E27FC236}">
                <a16:creationId xmlns:a16="http://schemas.microsoft.com/office/drawing/2014/main" id="{B266284C-C263-79C2-2C60-065A9BE67129}"/>
              </a:ext>
            </a:extLst>
          </p:cNvPr>
          <p:cNvSpPr/>
          <p:nvPr/>
        </p:nvSpPr>
        <p:spPr>
          <a:xfrm>
            <a:off x="540475" y="4386885"/>
            <a:ext cx="14749599" cy="927803"/>
          </a:xfrm>
          <a:prstGeom prst="roundRect">
            <a:avLst/>
          </a:prstGeom>
          <a:noFill/>
          <a:ln w="34925">
            <a:solidFill>
              <a:srgbClr val="C0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5416"/>
                      <a:gd name="csY0" fmla="*/ 187573 h 2851318"/>
                      <a:gd name="csX1" fmla="*/ 187573 w 1125416"/>
                      <a:gd name="csY1" fmla="*/ 0 h 2851318"/>
                      <a:gd name="csX2" fmla="*/ 577713 w 1125416"/>
                      <a:gd name="csY2" fmla="*/ 0 h 2851318"/>
                      <a:gd name="csX3" fmla="*/ 937843 w 1125416"/>
                      <a:gd name="csY3" fmla="*/ 0 h 2851318"/>
                      <a:gd name="csX4" fmla="*/ 1125416 w 1125416"/>
                      <a:gd name="csY4" fmla="*/ 187573 h 2851318"/>
                      <a:gd name="csX5" fmla="*/ 1125416 w 1125416"/>
                      <a:gd name="csY5" fmla="*/ 633284 h 2851318"/>
                      <a:gd name="csX6" fmla="*/ 1125416 w 1125416"/>
                      <a:gd name="csY6" fmla="*/ 1178042 h 2851318"/>
                      <a:gd name="csX7" fmla="*/ 1125416 w 1125416"/>
                      <a:gd name="csY7" fmla="*/ 1623753 h 2851318"/>
                      <a:gd name="csX8" fmla="*/ 1125416 w 1125416"/>
                      <a:gd name="csY8" fmla="*/ 2168511 h 2851318"/>
                      <a:gd name="csX9" fmla="*/ 1125416 w 1125416"/>
                      <a:gd name="csY9" fmla="*/ 2663745 h 2851318"/>
                      <a:gd name="csX10" fmla="*/ 937843 w 1125416"/>
                      <a:gd name="csY10" fmla="*/ 2851318 h 2851318"/>
                      <a:gd name="csX11" fmla="*/ 555205 w 1125416"/>
                      <a:gd name="csY11" fmla="*/ 2851318 h 2851318"/>
                      <a:gd name="csX12" fmla="*/ 187573 w 1125416"/>
                      <a:gd name="csY12" fmla="*/ 2851318 h 2851318"/>
                      <a:gd name="csX13" fmla="*/ 0 w 1125416"/>
                      <a:gd name="csY13" fmla="*/ 2663745 h 2851318"/>
                      <a:gd name="csX14" fmla="*/ 0 w 1125416"/>
                      <a:gd name="csY14" fmla="*/ 2168511 h 2851318"/>
                      <a:gd name="csX15" fmla="*/ 0 w 1125416"/>
                      <a:gd name="csY15" fmla="*/ 1623753 h 2851318"/>
                      <a:gd name="csX16" fmla="*/ 0 w 1125416"/>
                      <a:gd name="csY16" fmla="*/ 1128518 h 2851318"/>
                      <a:gd name="csX17" fmla="*/ 0 w 1125416"/>
                      <a:gd name="csY17" fmla="*/ 707569 h 2851318"/>
                      <a:gd name="csX18" fmla="*/ 0 w 1125416"/>
                      <a:gd name="csY18" fmla="*/ 187573 h 285131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</a:cxnLst>
                    <a:rect l="l" t="t" r="r" b="b"/>
                    <a:pathLst>
                      <a:path w="1125416" h="2851318" extrusionOk="0">
                        <a:moveTo>
                          <a:pt x="0" y="187573"/>
                        </a:moveTo>
                        <a:cubicBezTo>
                          <a:pt x="-5058" y="80859"/>
                          <a:pt x="69183" y="5553"/>
                          <a:pt x="187573" y="0"/>
                        </a:cubicBezTo>
                        <a:cubicBezTo>
                          <a:pt x="325817" y="-1073"/>
                          <a:pt x="387045" y="45221"/>
                          <a:pt x="577713" y="0"/>
                        </a:cubicBezTo>
                        <a:cubicBezTo>
                          <a:pt x="768381" y="-45221"/>
                          <a:pt x="777279" y="23841"/>
                          <a:pt x="937843" y="0"/>
                        </a:cubicBezTo>
                        <a:cubicBezTo>
                          <a:pt x="1031191" y="-5606"/>
                          <a:pt x="1142344" y="92067"/>
                          <a:pt x="1125416" y="187573"/>
                        </a:cubicBezTo>
                        <a:cubicBezTo>
                          <a:pt x="1133607" y="306208"/>
                          <a:pt x="1112704" y="424735"/>
                          <a:pt x="1125416" y="633284"/>
                        </a:cubicBezTo>
                        <a:cubicBezTo>
                          <a:pt x="1138128" y="841833"/>
                          <a:pt x="1089565" y="996595"/>
                          <a:pt x="1125416" y="1178042"/>
                        </a:cubicBezTo>
                        <a:cubicBezTo>
                          <a:pt x="1161267" y="1359489"/>
                          <a:pt x="1101322" y="1506553"/>
                          <a:pt x="1125416" y="1623753"/>
                        </a:cubicBezTo>
                        <a:cubicBezTo>
                          <a:pt x="1149510" y="1740953"/>
                          <a:pt x="1096475" y="2025494"/>
                          <a:pt x="1125416" y="2168511"/>
                        </a:cubicBezTo>
                        <a:cubicBezTo>
                          <a:pt x="1154357" y="2311528"/>
                          <a:pt x="1111591" y="2486122"/>
                          <a:pt x="1125416" y="2663745"/>
                        </a:cubicBezTo>
                        <a:cubicBezTo>
                          <a:pt x="1105439" y="2766196"/>
                          <a:pt x="1048810" y="2831101"/>
                          <a:pt x="937843" y="2851318"/>
                        </a:cubicBezTo>
                        <a:cubicBezTo>
                          <a:pt x="786597" y="2896110"/>
                          <a:pt x="688198" y="2836381"/>
                          <a:pt x="555205" y="2851318"/>
                        </a:cubicBezTo>
                        <a:cubicBezTo>
                          <a:pt x="422212" y="2866255"/>
                          <a:pt x="279515" y="2838939"/>
                          <a:pt x="187573" y="2851318"/>
                        </a:cubicBezTo>
                        <a:cubicBezTo>
                          <a:pt x="91498" y="2841984"/>
                          <a:pt x="-7332" y="2764505"/>
                          <a:pt x="0" y="2663745"/>
                        </a:cubicBezTo>
                        <a:cubicBezTo>
                          <a:pt x="-37983" y="2546226"/>
                          <a:pt x="19584" y="2335982"/>
                          <a:pt x="0" y="2168511"/>
                        </a:cubicBezTo>
                        <a:cubicBezTo>
                          <a:pt x="-19584" y="2001040"/>
                          <a:pt x="53582" y="1794202"/>
                          <a:pt x="0" y="1623753"/>
                        </a:cubicBezTo>
                        <a:cubicBezTo>
                          <a:pt x="-53582" y="1453304"/>
                          <a:pt x="19536" y="1336312"/>
                          <a:pt x="0" y="1128518"/>
                        </a:cubicBezTo>
                        <a:cubicBezTo>
                          <a:pt x="-19536" y="920724"/>
                          <a:pt x="7832" y="828972"/>
                          <a:pt x="0" y="707569"/>
                        </a:cubicBezTo>
                        <a:cubicBezTo>
                          <a:pt x="-7832" y="586166"/>
                          <a:pt x="5934" y="443789"/>
                          <a:pt x="0" y="18757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63500">
              <a:srgbClr val="C00000">
                <a:alpha val="71000"/>
              </a:srgbClr>
            </a:glow>
            <a:outerShdw blurRad="63500" sx="102000" sy="102000" algn="ctr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2238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DEBF397D-745F-FB60-F035-4B1A9A7CE357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ED19788B-EFD2-3933-DBBB-0B17EA69C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4D8DCF0-A77A-A439-41EB-6E5F2DFFDE19}"/>
                </a:ext>
              </a:extLst>
            </p:cNvPr>
            <p:cNvGrpSpPr/>
            <p:nvPr/>
          </p:nvGrpSpPr>
          <p:grpSpPr>
            <a:xfrm>
              <a:off x="420624" y="128351"/>
              <a:ext cx="15178836" cy="8609986"/>
              <a:chOff x="420624" y="128351"/>
              <a:chExt cx="15178836" cy="8609986"/>
            </a:xfrm>
          </p:grpSpPr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68E055D-B981-E57E-23B7-F7A6DF11F8D3}"/>
                  </a:ext>
                </a:extLst>
              </p:cNvPr>
              <p:cNvSpPr txBox="1"/>
              <p:nvPr/>
            </p:nvSpPr>
            <p:spPr>
              <a:xfrm>
                <a:off x="744813" y="128351"/>
                <a:ext cx="26480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GATI </a:t>
                </a:r>
                <a:r>
                  <a:rPr lang="es-CL" sz="2400" b="1" spc="300" noProof="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·</a:t>
                </a:r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ENTREGA 2</a:t>
                </a:r>
              </a:p>
            </p:txBody>
          </p:sp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BA9299FE-B9AE-FD91-8AAE-F60B827B7572}"/>
                  </a:ext>
                </a:extLst>
              </p:cNvPr>
              <p:cNvCxnSpPr/>
              <p:nvPr/>
            </p:nvCxnSpPr>
            <p:spPr>
              <a:xfrm>
                <a:off x="420624" y="8221260"/>
                <a:ext cx="15012000" cy="0"/>
              </a:xfrm>
              <a:prstGeom prst="line">
                <a:avLst/>
              </a:prstGeom>
              <a:ln w="41275" cap="rnd">
                <a:solidFill>
                  <a:schemeClr val="tx2">
                    <a:lumMod val="50000"/>
                    <a:lumOff val="50000"/>
                  </a:schemeClr>
                </a:soli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23E8CBE-505B-F58E-039E-2AA839DD897A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0A6B48B-3707-7E4E-0EAD-42C70944A13E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07</a:t>
                </a:r>
              </a:p>
            </p:txBody>
          </p: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04E3167C-9308-0363-8861-E7B5A8F5E69B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021308DA-5E40-A180-D0EF-CB50F268CC92}"/>
              </a:ext>
            </a:extLst>
          </p:cNvPr>
          <p:cNvGrpSpPr/>
          <p:nvPr/>
        </p:nvGrpSpPr>
        <p:grpSpPr>
          <a:xfrm>
            <a:off x="342114" y="7560134"/>
            <a:ext cx="15241563" cy="520686"/>
            <a:chOff x="549595" y="6561798"/>
            <a:chExt cx="14860014" cy="1197431"/>
          </a:xfrm>
        </p:grpSpPr>
        <p:sp>
          <p:nvSpPr>
            <p:cNvPr id="70" name="Rectángulo: esquinas redondeadas 69">
              <a:extLst>
                <a:ext uri="{FF2B5EF4-FFF2-40B4-BE49-F238E27FC236}">
                  <a16:creationId xmlns:a16="http://schemas.microsoft.com/office/drawing/2014/main" id="{E9EA7FD4-BF8B-6F6D-37F9-32429AE42322}"/>
                </a:ext>
              </a:extLst>
            </p:cNvPr>
            <p:cNvSpPr/>
            <p:nvPr/>
          </p:nvSpPr>
          <p:spPr>
            <a:xfrm>
              <a:off x="637694" y="6561798"/>
              <a:ext cx="14771915" cy="1197427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es-CL" sz="20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Criterios transversales</a:t>
              </a:r>
              <a:endParaRPr lang="es-CL" sz="36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Rectángulo: esquinas superiores redondeadas 70">
              <a:extLst>
                <a:ext uri="{FF2B5EF4-FFF2-40B4-BE49-F238E27FC236}">
                  <a16:creationId xmlns:a16="http://schemas.microsoft.com/office/drawing/2014/main" id="{EEBD02C7-79A0-C399-81C2-3F5E622657A7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5B860BF-7507-771B-C9E6-6249E2C853A0}"/>
              </a:ext>
            </a:extLst>
          </p:cNvPr>
          <p:cNvSpPr/>
          <p:nvPr/>
        </p:nvSpPr>
        <p:spPr>
          <a:xfrm>
            <a:off x="5169688" y="2289112"/>
            <a:ext cx="10413998" cy="5139813"/>
          </a:xfrm>
          <a:prstGeom prst="roundRect">
            <a:avLst>
              <a:gd name="adj" fmla="val 2444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88000" rtlCol="0" anchor="ctr"/>
          <a:lstStyle/>
          <a:p>
            <a:endParaRPr lang="es-CL" sz="2100" b="1" dirty="0">
              <a:solidFill>
                <a:srgbClr val="10F6FF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D8825F9-9B62-7BC8-29B1-907B70D7B316}"/>
              </a:ext>
            </a:extLst>
          </p:cNvPr>
          <p:cNvSpPr/>
          <p:nvPr/>
        </p:nvSpPr>
        <p:spPr>
          <a:xfrm>
            <a:off x="342114" y="2267341"/>
            <a:ext cx="4643120" cy="5139813"/>
          </a:xfrm>
          <a:prstGeom prst="roundRect">
            <a:avLst>
              <a:gd name="adj" fmla="val 2444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60D0032-17CE-6BA7-DAF7-958E2A6FA58F}"/>
              </a:ext>
            </a:extLst>
          </p:cNvPr>
          <p:cNvSpPr txBox="1"/>
          <p:nvPr/>
        </p:nvSpPr>
        <p:spPr>
          <a:xfrm>
            <a:off x="549231" y="2438400"/>
            <a:ext cx="30171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000" b="1" spc="-15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Alcance inicial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9A0763-0799-5B38-8AFC-0862AE663AA4}"/>
              </a:ext>
            </a:extLst>
          </p:cNvPr>
          <p:cNvSpPr txBox="1"/>
          <p:nvPr/>
        </p:nvSpPr>
        <p:spPr>
          <a:xfrm>
            <a:off x="1782803" y="3085456"/>
            <a:ext cx="18966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de</a:t>
            </a:r>
          </a:p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Usuario final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503B512-FAF1-2EF6-1E3C-B346D121747A}"/>
              </a:ext>
            </a:extLst>
          </p:cNvPr>
          <p:cNvSpPr txBox="1"/>
          <p:nvPr/>
        </p:nvSpPr>
        <p:spPr>
          <a:xfrm>
            <a:off x="1830033" y="4052962"/>
            <a:ext cx="20145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Licencias de software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C9AAF6-9A11-34A1-C3AD-219E01E84B5F}"/>
              </a:ext>
            </a:extLst>
          </p:cNvPr>
          <p:cNvSpPr txBox="1"/>
          <p:nvPr/>
        </p:nvSpPr>
        <p:spPr>
          <a:xfrm>
            <a:off x="1782803" y="4869715"/>
            <a:ext cx="3386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Uso por el área de Sistemas de información</a:t>
            </a:r>
          </a:p>
          <a:p>
            <a:r>
              <a:rPr lang="es-C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Soporte Informático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39AC0C4-B1F4-F476-5783-DBE9366A59DC}"/>
              </a:ext>
            </a:extLst>
          </p:cNvPr>
          <p:cNvCxnSpPr>
            <a:cxnSpLocks/>
          </p:cNvCxnSpPr>
          <p:nvPr/>
        </p:nvCxnSpPr>
        <p:spPr>
          <a:xfrm>
            <a:off x="695160" y="6109148"/>
            <a:ext cx="3931842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CA076C1-187D-9662-9581-9896C6C4D0CE}"/>
              </a:ext>
            </a:extLst>
          </p:cNvPr>
          <p:cNvSpPr txBox="1"/>
          <p:nvPr/>
        </p:nvSpPr>
        <p:spPr>
          <a:xfrm>
            <a:off x="575408" y="6210548"/>
            <a:ext cx="2767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rgbClr val="03CE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Fuera del alcance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A211E74-7B12-673C-BFDB-DF7EE76D4025}"/>
              </a:ext>
            </a:extLst>
          </p:cNvPr>
          <p:cNvSpPr txBox="1"/>
          <p:nvPr/>
        </p:nvSpPr>
        <p:spPr>
          <a:xfrm>
            <a:off x="575408" y="6625892"/>
            <a:ext cx="37647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Servidores e infraestructura de redes</a:t>
            </a:r>
          </a:p>
        </p:txBody>
      </p:sp>
      <p:pic>
        <p:nvPicPr>
          <p:cNvPr id="23" name="Gráfico 22" descr="Document con relleno sólido">
            <a:extLst>
              <a:ext uri="{FF2B5EF4-FFF2-40B4-BE49-F238E27FC236}">
                <a16:creationId xmlns:a16="http://schemas.microsoft.com/office/drawing/2014/main" id="{63E4D317-541D-BD9D-2E7D-BC2011A6D8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01" y="4032500"/>
            <a:ext cx="856996" cy="769441"/>
          </a:xfrm>
          <a:prstGeom prst="rect">
            <a:avLst/>
          </a:prstGeom>
        </p:spPr>
      </p:pic>
      <p:pic>
        <p:nvPicPr>
          <p:cNvPr id="24" name="Gráfico 23" descr="Headphones con relleno sólido">
            <a:extLst>
              <a:ext uri="{FF2B5EF4-FFF2-40B4-BE49-F238E27FC236}">
                <a16:creationId xmlns:a16="http://schemas.microsoft.com/office/drawing/2014/main" id="{7B2FB0E4-E16C-4514-7394-CE9331C46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64" y="5058200"/>
            <a:ext cx="783933" cy="769442"/>
          </a:xfrm>
          <a:prstGeom prst="rect">
            <a:avLst/>
          </a:prstGeom>
        </p:spPr>
      </p:pic>
      <p:pic>
        <p:nvPicPr>
          <p:cNvPr id="25" name="Gráfico 24" descr="Laptop con relleno sólido">
            <a:extLst>
              <a:ext uri="{FF2B5EF4-FFF2-40B4-BE49-F238E27FC236}">
                <a16:creationId xmlns:a16="http://schemas.microsoft.com/office/drawing/2014/main" id="{BA05D220-FEC8-D2CC-CDEE-A582BE174C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894" y="2992730"/>
            <a:ext cx="856996" cy="862166"/>
          </a:xfrm>
          <a:prstGeom prst="rect">
            <a:avLst/>
          </a:prstGeom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E139BBD0-4FF3-292B-A9A5-E0244678D19B}"/>
              </a:ext>
            </a:extLst>
          </p:cNvPr>
          <p:cNvGrpSpPr/>
          <p:nvPr/>
        </p:nvGrpSpPr>
        <p:grpSpPr>
          <a:xfrm>
            <a:off x="1060299" y="4380679"/>
            <a:ext cx="441588" cy="441588"/>
            <a:chOff x="1319628" y="4330671"/>
            <a:chExt cx="441588" cy="441588"/>
          </a:xfrm>
        </p:grpSpPr>
        <p:sp>
          <p:nvSpPr>
            <p:cNvPr id="27" name="Diagrama de flujo: conector 26">
              <a:extLst>
                <a:ext uri="{FF2B5EF4-FFF2-40B4-BE49-F238E27FC236}">
                  <a16:creationId xmlns:a16="http://schemas.microsoft.com/office/drawing/2014/main" id="{FA4E310B-2055-ACBB-BB74-4AB6484311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42422" y="4352272"/>
              <a:ext cx="396000" cy="396000"/>
            </a:xfrm>
            <a:prstGeom prst="flowChartConnector">
              <a:avLst/>
            </a:prstGeom>
            <a:solidFill>
              <a:srgbClr val="0419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pic>
          <p:nvPicPr>
            <p:cNvPr id="28" name="Gráfico 27" descr="Single gear contorno">
              <a:extLst>
                <a:ext uri="{FF2B5EF4-FFF2-40B4-BE49-F238E27FC236}">
                  <a16:creationId xmlns:a16="http://schemas.microsoft.com/office/drawing/2014/main" id="{AC4B8007-2285-87DE-1C9D-A3F62FF082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19628" y="4330671"/>
              <a:ext cx="441588" cy="441588"/>
            </a:xfrm>
            <a:prstGeom prst="rect">
              <a:avLst/>
            </a:prstGeom>
          </p:spPr>
        </p:pic>
      </p:grp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4A8027A-F582-6FCE-18B3-3CF7E01C291F}"/>
              </a:ext>
            </a:extLst>
          </p:cNvPr>
          <p:cNvSpPr txBox="1"/>
          <p:nvPr/>
        </p:nvSpPr>
        <p:spPr>
          <a:xfrm>
            <a:off x="6747424" y="3131097"/>
            <a:ext cx="337693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Recepción e inventario</a:t>
            </a:r>
          </a:p>
          <a:p>
            <a:endParaRPr lang="es-CL" sz="7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noProof="0" dirty="0">
                <a:solidFill>
                  <a:srgbClr val="0199CF"/>
                </a:solidFill>
              </a:rPr>
              <a:t>Ordenes de compras e identificación por serie</a:t>
            </a:r>
          </a:p>
        </p:txBody>
      </p:sp>
      <p:pic>
        <p:nvPicPr>
          <p:cNvPr id="30" name="Gráfico 29" descr="Arrow circle con relleno sólido">
            <a:extLst>
              <a:ext uri="{FF2B5EF4-FFF2-40B4-BE49-F238E27FC236}">
                <a16:creationId xmlns:a16="http://schemas.microsoft.com/office/drawing/2014/main" id="{455C76CB-9E2C-45D3-D862-A7D0FB5C5B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0126" y="6069881"/>
            <a:ext cx="939390" cy="940731"/>
          </a:xfrm>
          <a:prstGeom prst="rect">
            <a:avLst/>
          </a:prstGeom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23947A88-FF6D-E1A9-4B99-50901423003E}"/>
              </a:ext>
            </a:extLst>
          </p:cNvPr>
          <p:cNvGrpSpPr/>
          <p:nvPr/>
        </p:nvGrpSpPr>
        <p:grpSpPr>
          <a:xfrm>
            <a:off x="10724999" y="4600280"/>
            <a:ext cx="914400" cy="914400"/>
            <a:chOff x="10724999" y="4600280"/>
            <a:chExt cx="914400" cy="914400"/>
          </a:xfrm>
          <a:solidFill>
            <a:srgbClr val="39F0FF"/>
          </a:solidFill>
        </p:grpSpPr>
        <p:pic>
          <p:nvPicPr>
            <p:cNvPr id="32" name="Gráfico 31" descr="Refresh con relleno sólido">
              <a:extLst>
                <a:ext uri="{FF2B5EF4-FFF2-40B4-BE49-F238E27FC236}">
                  <a16:creationId xmlns:a16="http://schemas.microsoft.com/office/drawing/2014/main" id="{AD5145C4-36AF-D820-17B7-966C6482ED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24999" y="4600280"/>
              <a:ext cx="914400" cy="914400"/>
            </a:xfrm>
            <a:prstGeom prst="rect">
              <a:avLst/>
            </a:prstGeom>
          </p:spPr>
        </p:pic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B2531969-1E0A-D61D-D321-E5A439C96243}"/>
                </a:ext>
              </a:extLst>
            </p:cNvPr>
            <p:cNvSpPr/>
            <p:nvPr/>
          </p:nvSpPr>
          <p:spPr>
            <a:xfrm>
              <a:off x="11080510" y="4888411"/>
              <a:ext cx="166687" cy="338137"/>
            </a:xfrm>
            <a:custGeom>
              <a:avLst/>
              <a:gdLst>
                <a:gd name="csX0" fmla="*/ 38100 w 166687"/>
                <a:gd name="csY0" fmla="*/ 0 h 338137"/>
                <a:gd name="csX1" fmla="*/ 0 w 166687"/>
                <a:gd name="csY1" fmla="*/ 0 h 338137"/>
                <a:gd name="csX2" fmla="*/ 0 w 166687"/>
                <a:gd name="csY2" fmla="*/ 190500 h 338137"/>
                <a:gd name="csX3" fmla="*/ 5715 w 166687"/>
                <a:gd name="csY3" fmla="*/ 203835 h 338137"/>
                <a:gd name="csX4" fmla="*/ 140018 w 166687"/>
                <a:gd name="csY4" fmla="*/ 338138 h 338137"/>
                <a:gd name="csX5" fmla="*/ 166688 w 166687"/>
                <a:gd name="csY5" fmla="*/ 311468 h 338137"/>
                <a:gd name="csX6" fmla="*/ 38100 w 166687"/>
                <a:gd name="csY6" fmla="*/ 182880 h 338137"/>
                <a:gd name="csX7" fmla="*/ 38100 w 166687"/>
                <a:gd name="csY7" fmla="*/ 0 h 338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6687" h="338137">
                  <a:moveTo>
                    <a:pt x="38100" y="0"/>
                  </a:moveTo>
                  <a:lnTo>
                    <a:pt x="0" y="0"/>
                  </a:lnTo>
                  <a:lnTo>
                    <a:pt x="0" y="190500"/>
                  </a:lnTo>
                  <a:cubicBezTo>
                    <a:pt x="0" y="196215"/>
                    <a:pt x="1905" y="200977"/>
                    <a:pt x="5715" y="203835"/>
                  </a:cubicBezTo>
                  <a:lnTo>
                    <a:pt x="140018" y="338138"/>
                  </a:lnTo>
                  <a:lnTo>
                    <a:pt x="166688" y="311468"/>
                  </a:lnTo>
                  <a:lnTo>
                    <a:pt x="38100" y="182880"/>
                  </a:lnTo>
                  <a:lnTo>
                    <a:pt x="381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pic>
        <p:nvPicPr>
          <p:cNvPr id="35" name="Gráfico 34" descr="Box contorno">
            <a:extLst>
              <a:ext uri="{FF2B5EF4-FFF2-40B4-BE49-F238E27FC236}">
                <a16:creationId xmlns:a16="http://schemas.microsoft.com/office/drawing/2014/main" id="{E9C6751E-6DCD-DB79-65C6-21FC62072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65061" y="3164716"/>
            <a:ext cx="861960" cy="845262"/>
          </a:xfrm>
          <a:prstGeom prst="rect">
            <a:avLst/>
          </a:prstGeom>
        </p:spPr>
      </p:pic>
      <p:grpSp>
        <p:nvGrpSpPr>
          <p:cNvPr id="36" name="Gráfico 55" descr="Signal contorno">
            <a:extLst>
              <a:ext uri="{FF2B5EF4-FFF2-40B4-BE49-F238E27FC236}">
                <a16:creationId xmlns:a16="http://schemas.microsoft.com/office/drawing/2014/main" id="{87D3B682-F0BA-4BB0-B1A5-D7EBB7A6CE9D}"/>
              </a:ext>
            </a:extLst>
          </p:cNvPr>
          <p:cNvGrpSpPr/>
          <p:nvPr/>
        </p:nvGrpSpPr>
        <p:grpSpPr>
          <a:xfrm>
            <a:off x="10821982" y="6244684"/>
            <a:ext cx="517055" cy="591124"/>
            <a:chOff x="10831191" y="6244701"/>
            <a:chExt cx="517055" cy="591124"/>
          </a:xfrm>
          <a:solidFill>
            <a:srgbClr val="39F0FF"/>
          </a:solidFill>
        </p:grpSpPr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40048671-F7F5-7D29-519A-305A9B4A6E57}"/>
                </a:ext>
              </a:extLst>
            </p:cNvPr>
            <p:cNvSpPr/>
            <p:nvPr/>
          </p:nvSpPr>
          <p:spPr>
            <a:xfrm>
              <a:off x="10831191" y="6557543"/>
              <a:ext cx="144775" cy="278282"/>
            </a:xfrm>
            <a:custGeom>
              <a:avLst/>
              <a:gdLst>
                <a:gd name="csX0" fmla="*/ 0 w 144775"/>
                <a:gd name="csY0" fmla="*/ 0 h 278282"/>
                <a:gd name="csX1" fmla="*/ 0 w 144775"/>
                <a:gd name="csY1" fmla="*/ 278082 h 278282"/>
                <a:gd name="csX2" fmla="*/ 0 w 144775"/>
                <a:gd name="csY2" fmla="*/ 278082 h 278282"/>
                <a:gd name="csX3" fmla="*/ 0 w 144775"/>
                <a:gd name="csY3" fmla="*/ 278282 h 278282"/>
                <a:gd name="csX4" fmla="*/ 144775 w 144775"/>
                <a:gd name="csY4" fmla="*/ 278282 h 278282"/>
                <a:gd name="csX5" fmla="*/ 144775 w 144775"/>
                <a:gd name="csY5" fmla="*/ 200 h 278282"/>
                <a:gd name="csX6" fmla="*/ 144775 w 144775"/>
                <a:gd name="csY6" fmla="*/ 200 h 278282"/>
                <a:gd name="csX7" fmla="*/ 144775 w 144775"/>
                <a:gd name="csY7" fmla="*/ 0 h 278282"/>
                <a:gd name="csX8" fmla="*/ 20682 w 144775"/>
                <a:gd name="csY8" fmla="*/ 17575 h 278282"/>
                <a:gd name="csX9" fmla="*/ 124093 w 144775"/>
                <a:gd name="csY9" fmla="*/ 17575 h 278282"/>
                <a:gd name="csX10" fmla="*/ 124093 w 144775"/>
                <a:gd name="csY10" fmla="*/ 260707 h 278282"/>
                <a:gd name="csX11" fmla="*/ 20682 w 144775"/>
                <a:gd name="csY11" fmla="*/ 260707 h 278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4775" h="278282">
                  <a:moveTo>
                    <a:pt x="0" y="0"/>
                  </a:moveTo>
                  <a:lnTo>
                    <a:pt x="0" y="278082"/>
                  </a:lnTo>
                  <a:lnTo>
                    <a:pt x="0" y="278082"/>
                  </a:lnTo>
                  <a:lnTo>
                    <a:pt x="0" y="278282"/>
                  </a:lnTo>
                  <a:lnTo>
                    <a:pt x="144775" y="278282"/>
                  </a:lnTo>
                  <a:lnTo>
                    <a:pt x="144775" y="200"/>
                  </a:lnTo>
                  <a:lnTo>
                    <a:pt x="144775" y="200"/>
                  </a:lnTo>
                  <a:lnTo>
                    <a:pt x="144775" y="0"/>
                  </a:lnTo>
                  <a:close/>
                  <a:moveTo>
                    <a:pt x="20682" y="17575"/>
                  </a:moveTo>
                  <a:lnTo>
                    <a:pt x="124093" y="17575"/>
                  </a:lnTo>
                  <a:lnTo>
                    <a:pt x="124093" y="260707"/>
                  </a:lnTo>
                  <a:lnTo>
                    <a:pt x="20682" y="260707"/>
                  </a:lnTo>
                  <a:close/>
                </a:path>
              </a:pathLst>
            </a:custGeom>
            <a:grpFill/>
            <a:ln w="16847" cap="flat">
              <a:solidFill>
                <a:srgbClr val="39F0FF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E6FCE0C8-8480-0B02-0F54-72C35F15BAC0}"/>
                </a:ext>
              </a:extLst>
            </p:cNvPr>
            <p:cNvSpPr/>
            <p:nvPr/>
          </p:nvSpPr>
          <p:spPr>
            <a:xfrm>
              <a:off x="11017331" y="6401122"/>
              <a:ext cx="144775" cy="434702"/>
            </a:xfrm>
            <a:custGeom>
              <a:avLst/>
              <a:gdLst>
                <a:gd name="csX0" fmla="*/ 0 w 144775"/>
                <a:gd name="csY0" fmla="*/ 0 h 434702"/>
                <a:gd name="csX1" fmla="*/ 0 w 144775"/>
                <a:gd name="csY1" fmla="*/ 434503 h 434702"/>
                <a:gd name="csX2" fmla="*/ 0 w 144775"/>
                <a:gd name="csY2" fmla="*/ 434503 h 434702"/>
                <a:gd name="csX3" fmla="*/ 0 w 144775"/>
                <a:gd name="csY3" fmla="*/ 434703 h 434702"/>
                <a:gd name="csX4" fmla="*/ 144775 w 144775"/>
                <a:gd name="csY4" fmla="*/ 434703 h 434702"/>
                <a:gd name="csX5" fmla="*/ 144775 w 144775"/>
                <a:gd name="csY5" fmla="*/ 200 h 434702"/>
                <a:gd name="csX6" fmla="*/ 144775 w 144775"/>
                <a:gd name="csY6" fmla="*/ 200 h 434702"/>
                <a:gd name="csX7" fmla="*/ 144775 w 144775"/>
                <a:gd name="csY7" fmla="*/ 0 h 434702"/>
                <a:gd name="csX8" fmla="*/ 20682 w 144775"/>
                <a:gd name="csY8" fmla="*/ 17575 h 434702"/>
                <a:gd name="csX9" fmla="*/ 124093 w 144775"/>
                <a:gd name="csY9" fmla="*/ 17575 h 434702"/>
                <a:gd name="csX10" fmla="*/ 124093 w 144775"/>
                <a:gd name="csY10" fmla="*/ 417128 h 434702"/>
                <a:gd name="csX11" fmla="*/ 20682 w 144775"/>
                <a:gd name="csY11" fmla="*/ 417128 h 4347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4775" h="434702">
                  <a:moveTo>
                    <a:pt x="0" y="0"/>
                  </a:moveTo>
                  <a:lnTo>
                    <a:pt x="0" y="434503"/>
                  </a:lnTo>
                  <a:lnTo>
                    <a:pt x="0" y="434503"/>
                  </a:lnTo>
                  <a:lnTo>
                    <a:pt x="0" y="434703"/>
                  </a:lnTo>
                  <a:lnTo>
                    <a:pt x="144775" y="434703"/>
                  </a:lnTo>
                  <a:lnTo>
                    <a:pt x="144775" y="200"/>
                  </a:lnTo>
                  <a:lnTo>
                    <a:pt x="144775" y="200"/>
                  </a:lnTo>
                  <a:lnTo>
                    <a:pt x="144775" y="0"/>
                  </a:lnTo>
                  <a:close/>
                  <a:moveTo>
                    <a:pt x="20682" y="17575"/>
                  </a:moveTo>
                  <a:lnTo>
                    <a:pt x="124093" y="17575"/>
                  </a:lnTo>
                  <a:lnTo>
                    <a:pt x="124093" y="417128"/>
                  </a:lnTo>
                  <a:lnTo>
                    <a:pt x="20682" y="417128"/>
                  </a:lnTo>
                  <a:close/>
                </a:path>
              </a:pathLst>
            </a:custGeom>
            <a:grpFill/>
            <a:ln w="16847" cap="flat">
              <a:solidFill>
                <a:srgbClr val="39F0FF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C6C63B7B-BFA9-5133-9E10-5B5ED8382322}"/>
                </a:ext>
              </a:extLst>
            </p:cNvPr>
            <p:cNvSpPr/>
            <p:nvPr/>
          </p:nvSpPr>
          <p:spPr>
            <a:xfrm>
              <a:off x="11203471" y="6244701"/>
              <a:ext cx="144775" cy="591123"/>
            </a:xfrm>
            <a:custGeom>
              <a:avLst/>
              <a:gdLst>
                <a:gd name="csX0" fmla="*/ 144775 w 144775"/>
                <a:gd name="csY0" fmla="*/ 0 h 591123"/>
                <a:gd name="csX1" fmla="*/ 0 w 144775"/>
                <a:gd name="csY1" fmla="*/ 0 h 591123"/>
                <a:gd name="csX2" fmla="*/ 0 w 144775"/>
                <a:gd name="csY2" fmla="*/ 590924 h 591123"/>
                <a:gd name="csX3" fmla="*/ 0 w 144775"/>
                <a:gd name="csY3" fmla="*/ 590924 h 591123"/>
                <a:gd name="csX4" fmla="*/ 0 w 144775"/>
                <a:gd name="csY4" fmla="*/ 591123 h 591123"/>
                <a:gd name="csX5" fmla="*/ 144775 w 144775"/>
                <a:gd name="csY5" fmla="*/ 591123 h 591123"/>
                <a:gd name="csX6" fmla="*/ 144775 w 144775"/>
                <a:gd name="csY6" fmla="*/ 165 h 591123"/>
                <a:gd name="csX7" fmla="*/ 144775 w 144775"/>
                <a:gd name="csY7" fmla="*/ 165 h 591123"/>
                <a:gd name="csX8" fmla="*/ 20682 w 144775"/>
                <a:gd name="csY8" fmla="*/ 17540 h 591123"/>
                <a:gd name="csX9" fmla="*/ 124093 w 144775"/>
                <a:gd name="csY9" fmla="*/ 17540 h 591123"/>
                <a:gd name="csX10" fmla="*/ 124093 w 144775"/>
                <a:gd name="csY10" fmla="*/ 573548 h 591123"/>
                <a:gd name="csX11" fmla="*/ 20682 w 144775"/>
                <a:gd name="csY11" fmla="*/ 573548 h 5911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4775" h="591123">
                  <a:moveTo>
                    <a:pt x="144775" y="0"/>
                  </a:moveTo>
                  <a:lnTo>
                    <a:pt x="0" y="0"/>
                  </a:lnTo>
                  <a:lnTo>
                    <a:pt x="0" y="590924"/>
                  </a:lnTo>
                  <a:lnTo>
                    <a:pt x="0" y="590924"/>
                  </a:lnTo>
                  <a:lnTo>
                    <a:pt x="0" y="591123"/>
                  </a:lnTo>
                  <a:lnTo>
                    <a:pt x="144775" y="591123"/>
                  </a:lnTo>
                  <a:lnTo>
                    <a:pt x="144775" y="165"/>
                  </a:lnTo>
                  <a:lnTo>
                    <a:pt x="144775" y="165"/>
                  </a:lnTo>
                  <a:close/>
                  <a:moveTo>
                    <a:pt x="20682" y="17540"/>
                  </a:moveTo>
                  <a:lnTo>
                    <a:pt x="124093" y="17540"/>
                  </a:lnTo>
                  <a:lnTo>
                    <a:pt x="124093" y="573548"/>
                  </a:lnTo>
                  <a:lnTo>
                    <a:pt x="20682" y="573548"/>
                  </a:lnTo>
                  <a:close/>
                </a:path>
              </a:pathLst>
            </a:custGeom>
            <a:grpFill/>
            <a:ln w="16847" cap="flat">
              <a:solidFill>
                <a:srgbClr val="39F0FF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E81F46C-A8D9-DA00-43AB-ABC961A5B55D}"/>
              </a:ext>
            </a:extLst>
          </p:cNvPr>
          <p:cNvSpPr txBox="1"/>
          <p:nvPr/>
        </p:nvSpPr>
        <p:spPr>
          <a:xfrm>
            <a:off x="5381442" y="2369133"/>
            <a:ext cx="47868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principales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D86651A5-2904-0A8D-3324-1F8BD971315B}"/>
              </a:ext>
            </a:extLst>
          </p:cNvPr>
          <p:cNvCxnSpPr>
            <a:cxnSpLocks/>
          </p:cNvCxnSpPr>
          <p:nvPr/>
        </p:nvCxnSpPr>
        <p:spPr>
          <a:xfrm flipV="1">
            <a:off x="5475131" y="4380679"/>
            <a:ext cx="9818868" cy="1923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B91FFCD2-AB9B-B9B7-7D8B-C5554CFFC346}"/>
              </a:ext>
            </a:extLst>
          </p:cNvPr>
          <p:cNvCxnSpPr>
            <a:cxnSpLocks/>
          </p:cNvCxnSpPr>
          <p:nvPr/>
        </p:nvCxnSpPr>
        <p:spPr>
          <a:xfrm flipV="1">
            <a:off x="5475131" y="5863171"/>
            <a:ext cx="9818868" cy="1923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FD4F176D-8B94-910E-872C-F609A7811F3E}"/>
              </a:ext>
            </a:extLst>
          </p:cNvPr>
          <p:cNvCxnSpPr>
            <a:cxnSpLocks/>
          </p:cNvCxnSpPr>
          <p:nvPr/>
        </p:nvCxnSpPr>
        <p:spPr>
          <a:xfrm>
            <a:off x="10279344" y="3099757"/>
            <a:ext cx="0" cy="1123947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78C4A70C-38B9-D906-20D6-F5C166ABAD3D}"/>
              </a:ext>
            </a:extLst>
          </p:cNvPr>
          <p:cNvCxnSpPr>
            <a:cxnSpLocks/>
          </p:cNvCxnSpPr>
          <p:nvPr/>
        </p:nvCxnSpPr>
        <p:spPr>
          <a:xfrm>
            <a:off x="10279344" y="4592089"/>
            <a:ext cx="0" cy="1123947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5EC68D99-4345-9394-F293-1E42F7174D3C}"/>
              </a:ext>
            </a:extLst>
          </p:cNvPr>
          <p:cNvCxnSpPr>
            <a:cxnSpLocks/>
          </p:cNvCxnSpPr>
          <p:nvPr/>
        </p:nvCxnSpPr>
        <p:spPr>
          <a:xfrm>
            <a:off x="10276170" y="6100631"/>
            <a:ext cx="0" cy="1123947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B08899-9061-5684-67FB-42A51DCB47DE}"/>
              </a:ext>
            </a:extLst>
          </p:cNvPr>
          <p:cNvCxnSpPr>
            <a:cxnSpLocks/>
          </p:cNvCxnSpPr>
          <p:nvPr/>
        </p:nvCxnSpPr>
        <p:spPr>
          <a:xfrm flipV="1">
            <a:off x="4210148" y="7608812"/>
            <a:ext cx="0" cy="39600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Gráfico 47" descr="Shield Tick contorno">
            <a:extLst>
              <a:ext uri="{FF2B5EF4-FFF2-40B4-BE49-F238E27FC236}">
                <a16:creationId xmlns:a16="http://schemas.microsoft.com/office/drawing/2014/main" id="{FB1065D9-190C-0C04-9226-27C875113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87558" y="7575410"/>
            <a:ext cx="513132" cy="490132"/>
          </a:xfrm>
          <a:prstGeom prst="rect">
            <a:avLst/>
          </a:prstGeom>
        </p:spPr>
      </p:pic>
      <p:pic>
        <p:nvPicPr>
          <p:cNvPr id="49" name="Gráfico 48" descr="Link con relleno sólido">
            <a:extLst>
              <a:ext uri="{FF2B5EF4-FFF2-40B4-BE49-F238E27FC236}">
                <a16:creationId xmlns:a16="http://schemas.microsoft.com/office/drawing/2014/main" id="{BAA4205F-6916-291A-DE3F-9CD48BA54A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2261180" y="7546998"/>
            <a:ext cx="564784" cy="564784"/>
          </a:xfrm>
          <a:prstGeom prst="rect">
            <a:avLst/>
          </a:prstGeom>
        </p:spPr>
      </p:pic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E4CD8259-CEA3-FB20-216E-9BBDE09E67CD}"/>
              </a:ext>
            </a:extLst>
          </p:cNvPr>
          <p:cNvCxnSpPr>
            <a:cxnSpLocks/>
          </p:cNvCxnSpPr>
          <p:nvPr/>
        </p:nvCxnSpPr>
        <p:spPr>
          <a:xfrm flipV="1">
            <a:off x="8629238" y="7631390"/>
            <a:ext cx="0" cy="39600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EF8CBF6F-A4B1-B4FB-4FE0-48516CD939BB}"/>
              </a:ext>
            </a:extLst>
          </p:cNvPr>
          <p:cNvCxnSpPr>
            <a:cxnSpLocks/>
          </p:cNvCxnSpPr>
          <p:nvPr/>
        </p:nvCxnSpPr>
        <p:spPr>
          <a:xfrm flipV="1">
            <a:off x="11845092" y="7625922"/>
            <a:ext cx="0" cy="39600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85C6BA4-D533-7212-B487-420F86F2C85B}"/>
              </a:ext>
            </a:extLst>
          </p:cNvPr>
          <p:cNvSpPr txBox="1"/>
          <p:nvPr/>
        </p:nvSpPr>
        <p:spPr>
          <a:xfrm>
            <a:off x="5293875" y="7662131"/>
            <a:ext cx="31037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noProof="0" dirty="0">
                <a:solidFill>
                  <a:srgbClr val="9FC1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Autenticación y permisos por rol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179881A-2FB1-45F0-FFF2-A6417FB46F34}"/>
              </a:ext>
            </a:extLst>
          </p:cNvPr>
          <p:cNvSpPr txBox="1"/>
          <p:nvPr/>
        </p:nvSpPr>
        <p:spPr>
          <a:xfrm>
            <a:off x="9540136" y="7660113"/>
            <a:ext cx="1984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noProof="0" dirty="0">
                <a:solidFill>
                  <a:srgbClr val="9FC1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Acceso web y móvil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000E083-B44E-613F-F0DA-E0EA509AE475}"/>
              </a:ext>
            </a:extLst>
          </p:cNvPr>
          <p:cNvSpPr txBox="1"/>
          <p:nvPr/>
        </p:nvSpPr>
        <p:spPr>
          <a:xfrm>
            <a:off x="12916326" y="7660113"/>
            <a:ext cx="24320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noProof="0" dirty="0">
                <a:solidFill>
                  <a:srgbClr val="9FC1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 con compras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FB641762-5055-5A62-9F16-91EF88D5AB20}"/>
              </a:ext>
            </a:extLst>
          </p:cNvPr>
          <p:cNvSpPr txBox="1"/>
          <p:nvPr/>
        </p:nvSpPr>
        <p:spPr>
          <a:xfrm>
            <a:off x="6780712" y="4609390"/>
            <a:ext cx="285512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Actas PDF</a:t>
            </a:r>
          </a:p>
          <a:p>
            <a:endParaRPr lang="es-CL" sz="7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noProof="0" dirty="0">
                <a:solidFill>
                  <a:srgbClr val="0199CF"/>
                </a:solidFill>
              </a:rPr>
              <a:t>Respaldo documental de las operaciones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B7139FE-0584-1AD6-FFF4-2EEAE7AE91F7}"/>
              </a:ext>
            </a:extLst>
          </p:cNvPr>
          <p:cNvSpPr txBox="1"/>
          <p:nvPr/>
        </p:nvSpPr>
        <p:spPr>
          <a:xfrm>
            <a:off x="11736237" y="3125872"/>
            <a:ext cx="325479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Asignación de activos</a:t>
            </a:r>
          </a:p>
          <a:p>
            <a:endParaRPr lang="es-CL" sz="7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noProof="0" dirty="0">
                <a:solidFill>
                  <a:srgbClr val="0199CF"/>
                </a:solidFill>
              </a:rPr>
              <a:t>Vinculación con el funcionario responsable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4B80077-0CEA-0F6C-0632-CF6BB7EE2ED2}"/>
              </a:ext>
            </a:extLst>
          </p:cNvPr>
          <p:cNvSpPr txBox="1"/>
          <p:nvPr/>
        </p:nvSpPr>
        <p:spPr>
          <a:xfrm>
            <a:off x="6763473" y="6087541"/>
            <a:ext cx="285512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Devolución y baja</a:t>
            </a:r>
          </a:p>
          <a:p>
            <a:endParaRPr lang="es-CL" sz="7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noProof="0" dirty="0">
                <a:solidFill>
                  <a:srgbClr val="0199CF"/>
                </a:solidFill>
              </a:rPr>
              <a:t>Reasignación y control del ciclo de vida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FB0D654-F081-56A8-1BD3-82C9705E62BA}"/>
              </a:ext>
            </a:extLst>
          </p:cNvPr>
          <p:cNvSpPr txBox="1"/>
          <p:nvPr/>
        </p:nvSpPr>
        <p:spPr>
          <a:xfrm>
            <a:off x="11845092" y="4635718"/>
            <a:ext cx="325479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Historial de movimientos</a:t>
            </a:r>
          </a:p>
          <a:p>
            <a:endParaRPr lang="es-CL" sz="7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noProof="0" dirty="0">
                <a:solidFill>
                  <a:srgbClr val="0199CF"/>
                </a:solidFill>
              </a:rPr>
              <a:t>Registro de cambios y responsables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B0CE927-D3E4-54EB-D77B-5BB0D00EC9C6}"/>
              </a:ext>
            </a:extLst>
          </p:cNvPr>
          <p:cNvSpPr txBox="1"/>
          <p:nvPr/>
        </p:nvSpPr>
        <p:spPr>
          <a:xfrm>
            <a:off x="11744092" y="6095532"/>
            <a:ext cx="325479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 y reportes</a:t>
            </a:r>
          </a:p>
          <a:p>
            <a:endParaRPr lang="es-CL" sz="7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noProof="0" dirty="0">
                <a:solidFill>
                  <a:srgbClr val="0199CF"/>
                </a:solidFill>
              </a:rPr>
              <a:t>Información para seguimiento y gestión</a:t>
            </a:r>
          </a:p>
        </p:txBody>
      </p:sp>
      <p:pic>
        <p:nvPicPr>
          <p:cNvPr id="61" name="Gráfico 60" descr="Paper contorno">
            <a:extLst>
              <a:ext uri="{FF2B5EF4-FFF2-40B4-BE49-F238E27FC236}">
                <a16:creationId xmlns:a16="http://schemas.microsoft.com/office/drawing/2014/main" id="{9BC691EC-0FAB-F046-2A21-D42FF9666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8841" y="4602772"/>
            <a:ext cx="861960" cy="804497"/>
          </a:xfrm>
          <a:prstGeom prst="rect">
            <a:avLst/>
          </a:prstGeom>
        </p:spPr>
      </p:pic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7D187171-653D-F275-A15B-D53D6FE8CC4E}"/>
              </a:ext>
            </a:extLst>
          </p:cNvPr>
          <p:cNvSpPr/>
          <p:nvPr/>
        </p:nvSpPr>
        <p:spPr>
          <a:xfrm>
            <a:off x="5770103" y="4981940"/>
            <a:ext cx="581731" cy="382465"/>
          </a:xfrm>
          <a:prstGeom prst="roundRect">
            <a:avLst/>
          </a:prstGeom>
          <a:solidFill>
            <a:srgbClr val="041934"/>
          </a:solidFill>
          <a:ln>
            <a:solidFill>
              <a:srgbClr val="39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b="1" noProof="0" dirty="0">
                <a:solidFill>
                  <a:srgbClr val="39F0FF"/>
                </a:solidFill>
              </a:rPr>
              <a:t>PDF</a:t>
            </a: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1A071CCC-B86B-7C95-048A-92B8840BA6D8}"/>
              </a:ext>
            </a:extLst>
          </p:cNvPr>
          <p:cNvCxnSpPr>
            <a:cxnSpLocks/>
          </p:cNvCxnSpPr>
          <p:nvPr/>
        </p:nvCxnSpPr>
        <p:spPr>
          <a:xfrm>
            <a:off x="576936" y="1317476"/>
            <a:ext cx="1147446" cy="0"/>
          </a:xfrm>
          <a:prstGeom prst="line">
            <a:avLst/>
          </a:prstGeom>
          <a:ln w="76200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75C66F1-B460-C1DE-AA58-E7FE80737587}"/>
              </a:ext>
            </a:extLst>
          </p:cNvPr>
          <p:cNvSpPr txBox="1"/>
          <p:nvPr/>
        </p:nvSpPr>
        <p:spPr>
          <a:xfrm>
            <a:off x="420624" y="451920"/>
            <a:ext cx="1145287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b="1" dirty="0">
                <a:solidFill>
                  <a:schemeClr val="bg1"/>
                </a:solidFill>
                <a:latin typeface="Arial Black" panose="020B0A04020102020204" pitchFamily="34" charset="0"/>
              </a:rPr>
              <a:t>Alcance y requisitos principales</a:t>
            </a:r>
          </a:p>
        </p:txBody>
      </p:sp>
      <p:sp>
        <p:nvSpPr>
          <p:cNvPr id="65" name="Diseño e Inicio del Desarrollo">
            <a:extLst>
              <a:ext uri="{FF2B5EF4-FFF2-40B4-BE49-F238E27FC236}">
                <a16:creationId xmlns:a16="http://schemas.microsoft.com/office/drawing/2014/main" id="{F805C1E8-12EE-DBF0-ADAD-C9B9D7062ECD}"/>
              </a:ext>
            </a:extLst>
          </p:cNvPr>
          <p:cNvSpPr>
            <a:spLocks noGrp="1"/>
          </p:cNvSpPr>
          <p:nvPr/>
        </p:nvSpPr>
        <p:spPr>
          <a:xfrm>
            <a:off x="576935" y="1585232"/>
            <a:ext cx="8008227" cy="4970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r>
              <a:rPr lang="es-CL" sz="240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contempla la solución y qué orienta su diseño</a:t>
            </a: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EB38B3A1-ED35-5C04-69C3-92F46C281860}"/>
              </a:ext>
            </a:extLst>
          </p:cNvPr>
          <p:cNvGrpSpPr/>
          <p:nvPr/>
        </p:nvGrpSpPr>
        <p:grpSpPr>
          <a:xfrm>
            <a:off x="10844995" y="3295288"/>
            <a:ext cx="549128" cy="941326"/>
            <a:chOff x="739020" y="3313387"/>
            <a:chExt cx="549128" cy="941326"/>
          </a:xfrm>
        </p:grpSpPr>
        <p:sp>
          <p:nvSpPr>
            <p:cNvPr id="67" name="Cuerda 66">
              <a:extLst>
                <a:ext uri="{FF2B5EF4-FFF2-40B4-BE49-F238E27FC236}">
                  <a16:creationId xmlns:a16="http://schemas.microsoft.com/office/drawing/2014/main" id="{F995861B-B959-C1EA-A2DA-2433A9874F04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68" name="Diagrama de flujo: conector 67">
              <a:extLst>
                <a:ext uri="{FF2B5EF4-FFF2-40B4-BE49-F238E27FC236}">
                  <a16:creationId xmlns:a16="http://schemas.microsoft.com/office/drawing/2014/main" id="{5AE64211-D651-4556-4F70-74B1201E95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DF953BBB-537F-9C45-E118-75BBBA71957D}"/>
              </a:ext>
            </a:extLst>
          </p:cNvPr>
          <p:cNvGrpSpPr>
            <a:grpSpLocks noChangeAspect="1"/>
          </p:cNvGrpSpPr>
          <p:nvPr/>
        </p:nvGrpSpPr>
        <p:grpSpPr>
          <a:xfrm>
            <a:off x="9085015" y="7625922"/>
            <a:ext cx="247077" cy="396000"/>
            <a:chOff x="9005993" y="2671625"/>
            <a:chExt cx="763357" cy="1223452"/>
          </a:xfrm>
        </p:grpSpPr>
        <p:sp>
          <p:nvSpPr>
            <p:cNvPr id="73" name="Rectángulo: esquinas redondeadas 72">
              <a:extLst>
                <a:ext uri="{FF2B5EF4-FFF2-40B4-BE49-F238E27FC236}">
                  <a16:creationId xmlns:a16="http://schemas.microsoft.com/office/drawing/2014/main" id="{FC0D9FBE-9424-A1FF-D1E9-0BB93D8F78E4}"/>
                </a:ext>
              </a:extLst>
            </p:cNvPr>
            <p:cNvSpPr/>
            <p:nvPr/>
          </p:nvSpPr>
          <p:spPr>
            <a:xfrm>
              <a:off x="9005993" y="2671625"/>
              <a:ext cx="763357" cy="1223452"/>
            </a:xfrm>
            <a:prstGeom prst="roundRect">
              <a:avLst/>
            </a:prstGeom>
            <a:solidFill>
              <a:srgbClr val="052B55"/>
            </a:solidFill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36BF33B6-92BF-823F-367F-F29BB167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365" y="3752584"/>
              <a:ext cx="112614" cy="0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2BC0F439-1917-AED8-1812-0EA8017684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365" y="2822674"/>
              <a:ext cx="112614" cy="0"/>
            </a:xfrm>
            <a:prstGeom prst="line">
              <a:avLst/>
            </a:prstGeom>
            <a:ln w="50800" cap="rnd">
              <a:solidFill>
                <a:srgbClr val="032F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167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C8637D2A-3157-1E99-9DFB-1D879B4AD08B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BBC94E2-0929-66E6-69D8-6F396EB93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4198BCD-80C1-CB1E-91CB-5987FC4D6641}"/>
                </a:ext>
              </a:extLst>
            </p:cNvPr>
            <p:cNvGrpSpPr/>
            <p:nvPr/>
          </p:nvGrpSpPr>
          <p:grpSpPr>
            <a:xfrm>
              <a:off x="420624" y="128351"/>
              <a:ext cx="15178836" cy="8609986"/>
              <a:chOff x="420624" y="128351"/>
              <a:chExt cx="15178836" cy="8609986"/>
            </a:xfrm>
          </p:grpSpPr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8DA8D5A-C9C2-5314-738C-B6B198C32D7B}"/>
                  </a:ext>
                </a:extLst>
              </p:cNvPr>
              <p:cNvSpPr txBox="1"/>
              <p:nvPr/>
            </p:nvSpPr>
            <p:spPr>
              <a:xfrm>
                <a:off x="744813" y="128351"/>
                <a:ext cx="26480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GATI </a:t>
                </a:r>
                <a:r>
                  <a:rPr lang="es-CL" sz="2400" b="1" spc="300" noProof="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·</a:t>
                </a:r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ENTREGA 2</a:t>
                </a:r>
              </a:p>
            </p:txBody>
          </p:sp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3BBDC588-157C-7591-B3F7-4E4519612B22}"/>
                  </a:ext>
                </a:extLst>
              </p:cNvPr>
              <p:cNvCxnSpPr/>
              <p:nvPr/>
            </p:nvCxnSpPr>
            <p:spPr>
              <a:xfrm>
                <a:off x="420624" y="8221260"/>
                <a:ext cx="15012000" cy="0"/>
              </a:xfrm>
              <a:prstGeom prst="line">
                <a:avLst/>
              </a:prstGeom>
              <a:ln w="41275" cap="rnd">
                <a:solidFill>
                  <a:schemeClr val="tx2">
                    <a:lumMod val="50000"/>
                    <a:lumOff val="50000"/>
                  </a:schemeClr>
                </a:soli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4F989FF-DD8A-7373-41AC-E68B23D3A5C8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38428E6-B027-8E38-81B5-546A36D81FC8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08</a:t>
                </a:r>
              </a:p>
            </p:txBody>
          </p: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36E1CE79-BA7E-C4FB-FA2F-02B92DAC0945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9616995-3686-D7E4-5E48-E2DF04A43C18}"/>
              </a:ext>
            </a:extLst>
          </p:cNvPr>
          <p:cNvGrpSpPr/>
          <p:nvPr/>
        </p:nvGrpSpPr>
        <p:grpSpPr>
          <a:xfrm>
            <a:off x="607271" y="2246312"/>
            <a:ext cx="7143666" cy="2235200"/>
            <a:chOff x="716179" y="2404422"/>
            <a:chExt cx="7143666" cy="2235200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34CF2937-903C-0D65-2C66-C72ABD978696}"/>
                </a:ext>
              </a:extLst>
            </p:cNvPr>
            <p:cNvGrpSpPr/>
            <p:nvPr/>
          </p:nvGrpSpPr>
          <p:grpSpPr>
            <a:xfrm>
              <a:off x="716179" y="2404422"/>
              <a:ext cx="7143666" cy="2235200"/>
              <a:chOff x="716541" y="2589617"/>
              <a:chExt cx="7143666" cy="2235200"/>
            </a:xfrm>
          </p:grpSpPr>
          <p:sp>
            <p:nvSpPr>
              <p:cNvPr id="21" name="Rectángulo: esquinas redondeadas 20">
                <a:extLst>
                  <a:ext uri="{FF2B5EF4-FFF2-40B4-BE49-F238E27FC236}">
                    <a16:creationId xmlns:a16="http://schemas.microsoft.com/office/drawing/2014/main" id="{59884F86-E183-CB18-1210-5B263F2FFF0A}"/>
                  </a:ext>
                </a:extLst>
              </p:cNvPr>
              <p:cNvSpPr/>
              <p:nvPr/>
            </p:nvSpPr>
            <p:spPr>
              <a:xfrm>
                <a:off x="716541" y="2589617"/>
                <a:ext cx="7143666" cy="2235200"/>
              </a:xfrm>
              <a:prstGeom prst="roundRect">
                <a:avLst>
                  <a:gd name="adj" fmla="val 5019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r>
                  <a:rPr lang="es-CL" sz="3200" b="1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Presentación</a:t>
                </a:r>
                <a:endParaRPr lang="es-CL" sz="2800" b="1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CL" sz="2200" noProof="0" dirty="0">
                    <a:solidFill>
                      <a:srgbClr val="7EBCF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Interfaces para administración </a:t>
                </a:r>
              </a:p>
              <a:p>
                <a:r>
                  <a:rPr lang="es-CL" sz="2200" noProof="0" dirty="0">
                    <a:solidFill>
                      <a:srgbClr val="7EBCF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operación técnica.</a:t>
                </a:r>
              </a:p>
              <a:p>
                <a:r>
                  <a:rPr lang="es-CL" sz="2400" b="1" noProof="0" dirty="0">
                    <a:solidFill>
                      <a:srgbClr val="10F6FF"/>
                    </a:solidFill>
                    <a:latin typeface="+mj-lt"/>
                    <a:cs typeface="Arial" panose="020B0604020202020204" pitchFamily="34" charset="0"/>
                  </a:rPr>
                  <a:t>Ionic + Angular · Web y móvil</a:t>
                </a:r>
              </a:p>
            </p:txBody>
          </p:sp>
          <p:sp>
            <p:nvSpPr>
              <p:cNvPr id="22" name="Rectángulo: esquinas superiores redondeadas 21">
                <a:extLst>
                  <a:ext uri="{FF2B5EF4-FFF2-40B4-BE49-F238E27FC236}">
                    <a16:creationId xmlns:a16="http://schemas.microsoft.com/office/drawing/2014/main" id="{8015373F-4FB1-B6DB-50BB-EA2320F30C7F}"/>
                  </a:ext>
                </a:extLst>
              </p:cNvPr>
              <p:cNvSpPr/>
              <p:nvPr/>
            </p:nvSpPr>
            <p:spPr>
              <a:xfrm>
                <a:off x="716541" y="2606485"/>
                <a:ext cx="7143666" cy="11249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F78CE6FB-3729-17C4-19F9-EB07C44B0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2604" y="2805085"/>
              <a:ext cx="0" cy="1433875"/>
            </a:xfrm>
            <a:prstGeom prst="line">
              <a:avLst/>
            </a:prstGeom>
            <a:ln w="28575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164CC858-C380-3318-A3F9-ED66CBA25D96}"/>
                </a:ext>
              </a:extLst>
            </p:cNvPr>
            <p:cNvSpPr txBox="1"/>
            <p:nvPr/>
          </p:nvSpPr>
          <p:spPr>
            <a:xfrm>
              <a:off x="931800" y="2607357"/>
              <a:ext cx="579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noProof="0" dirty="0">
                  <a:solidFill>
                    <a:srgbClr val="13E1F2"/>
                  </a:solidFill>
                  <a:latin typeface="Consolas" panose="020B0609020204030204" pitchFamily="49" charset="0"/>
                </a:rPr>
                <a:t>01</a:t>
              </a:r>
              <a:endParaRPr lang="es-CL" sz="1600" b="1" noProof="0" dirty="0">
                <a:solidFill>
                  <a:srgbClr val="13E1F2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788184F3-4601-833A-5ABD-9112D558AA8A}"/>
                </a:ext>
              </a:extLst>
            </p:cNvPr>
            <p:cNvGrpSpPr/>
            <p:nvPr/>
          </p:nvGrpSpPr>
          <p:grpSpPr>
            <a:xfrm>
              <a:off x="931800" y="3052655"/>
              <a:ext cx="1225505" cy="1223576"/>
              <a:chOff x="931800" y="3052655"/>
              <a:chExt cx="1225505" cy="1223576"/>
            </a:xfrm>
          </p:grpSpPr>
          <p:pic>
            <p:nvPicPr>
              <p:cNvPr id="19" name="Gráfico 18" descr="Monitor contorno">
                <a:extLst>
                  <a:ext uri="{FF2B5EF4-FFF2-40B4-BE49-F238E27FC236}">
                    <a16:creationId xmlns:a16="http://schemas.microsoft.com/office/drawing/2014/main" id="{497293E4-E168-4785-44AE-FCB19397FB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31800" y="3052655"/>
                <a:ext cx="1080647" cy="1223576"/>
              </a:xfrm>
              <a:prstGeom prst="rect">
                <a:avLst/>
              </a:prstGeom>
            </p:spPr>
          </p:pic>
          <p:sp>
            <p:nvSpPr>
              <p:cNvPr id="20" name="Rectángulo: esquinas redondeadas 19">
                <a:extLst>
                  <a:ext uri="{FF2B5EF4-FFF2-40B4-BE49-F238E27FC236}">
                    <a16:creationId xmlns:a16="http://schemas.microsoft.com/office/drawing/2014/main" id="{2EC5C3C3-AEE9-B81A-00DE-528232BF43E8}"/>
                  </a:ext>
                </a:extLst>
              </p:cNvPr>
              <p:cNvSpPr/>
              <p:nvPr/>
            </p:nvSpPr>
            <p:spPr>
              <a:xfrm>
                <a:off x="1703492" y="3491521"/>
                <a:ext cx="453813" cy="759071"/>
              </a:xfrm>
              <a:prstGeom prst="roundRect">
                <a:avLst>
                  <a:gd name="adj" fmla="val 8707"/>
                </a:avLst>
              </a:prstGeom>
              <a:solidFill>
                <a:srgbClr val="01183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7633EA0-050C-4ACC-FAD8-5A356EA4BCB1}"/>
              </a:ext>
            </a:extLst>
          </p:cNvPr>
          <p:cNvGrpSpPr/>
          <p:nvPr/>
        </p:nvGrpSpPr>
        <p:grpSpPr>
          <a:xfrm>
            <a:off x="7966558" y="2246312"/>
            <a:ext cx="7143666" cy="2235200"/>
            <a:chOff x="716179" y="2404422"/>
            <a:chExt cx="7143666" cy="2235200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AC2C245F-F387-374E-1064-2AE6D5B04F4B}"/>
                </a:ext>
              </a:extLst>
            </p:cNvPr>
            <p:cNvGrpSpPr/>
            <p:nvPr/>
          </p:nvGrpSpPr>
          <p:grpSpPr>
            <a:xfrm>
              <a:off x="716179" y="2404422"/>
              <a:ext cx="7143666" cy="2235200"/>
              <a:chOff x="716541" y="2589617"/>
              <a:chExt cx="7143666" cy="2235200"/>
            </a:xfrm>
          </p:grpSpPr>
          <p:sp>
            <p:nvSpPr>
              <p:cNvPr id="27" name="Rectángulo: esquinas redondeadas 26">
                <a:extLst>
                  <a:ext uri="{FF2B5EF4-FFF2-40B4-BE49-F238E27FC236}">
                    <a16:creationId xmlns:a16="http://schemas.microsoft.com/office/drawing/2014/main" id="{0C65C5CC-A4AC-D36E-0B93-638F7A065051}"/>
                  </a:ext>
                </a:extLst>
              </p:cNvPr>
              <p:cNvSpPr/>
              <p:nvPr/>
            </p:nvSpPr>
            <p:spPr>
              <a:xfrm>
                <a:off x="716541" y="2589617"/>
                <a:ext cx="7143666" cy="2235200"/>
              </a:xfrm>
              <a:prstGeom prst="roundRect">
                <a:avLst>
                  <a:gd name="adj" fmla="val 5019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r>
                  <a:rPr lang="es-CL" sz="3200" b="1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Servicios de aplicación</a:t>
                </a:r>
                <a:endParaRPr lang="es-CL" sz="2800" b="1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CL" sz="2200" noProof="0" dirty="0">
                    <a:solidFill>
                      <a:srgbClr val="7EBCF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Gestión de inventario, asignaciones, actas e historial.</a:t>
                </a:r>
              </a:p>
              <a:p>
                <a:r>
                  <a:rPr lang="es-CL" sz="2100" b="1" noProof="0" dirty="0">
                    <a:solidFill>
                      <a:srgbClr val="10F6FF"/>
                    </a:solidFill>
                    <a:latin typeface="+mj-lt"/>
                    <a:cs typeface="Arial" panose="020B0604020202020204" pitchFamily="34" charset="0"/>
                  </a:rPr>
                  <a:t>Servicios Angular · Lógica de aplicación</a:t>
                </a:r>
              </a:p>
            </p:txBody>
          </p:sp>
          <p:sp>
            <p:nvSpPr>
              <p:cNvPr id="28" name="Rectángulo: esquinas superiores redondeadas 27">
                <a:extLst>
                  <a:ext uri="{FF2B5EF4-FFF2-40B4-BE49-F238E27FC236}">
                    <a16:creationId xmlns:a16="http://schemas.microsoft.com/office/drawing/2014/main" id="{E76A3228-3C86-F854-3B37-DE47A0EFDA42}"/>
                  </a:ext>
                </a:extLst>
              </p:cNvPr>
              <p:cNvSpPr/>
              <p:nvPr/>
            </p:nvSpPr>
            <p:spPr>
              <a:xfrm>
                <a:off x="716541" y="2606485"/>
                <a:ext cx="7143666" cy="11249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00456CA5-75D1-997A-3745-09F24FFBC5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2604" y="2805085"/>
              <a:ext cx="0" cy="1433875"/>
            </a:xfrm>
            <a:prstGeom prst="line">
              <a:avLst/>
            </a:prstGeom>
            <a:ln w="28575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6F098464-1DF7-888D-1190-502B6B3A5B00}"/>
                </a:ext>
              </a:extLst>
            </p:cNvPr>
            <p:cNvSpPr txBox="1"/>
            <p:nvPr/>
          </p:nvSpPr>
          <p:spPr>
            <a:xfrm>
              <a:off x="931800" y="2607357"/>
              <a:ext cx="579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noProof="0" dirty="0">
                  <a:solidFill>
                    <a:srgbClr val="13E1F2"/>
                  </a:solidFill>
                  <a:latin typeface="Consolas" panose="020B0609020204030204" pitchFamily="49" charset="0"/>
                </a:rPr>
                <a:t>02</a:t>
              </a:r>
              <a:endParaRPr lang="es-CL" sz="1600" b="1" noProof="0" dirty="0">
                <a:solidFill>
                  <a:srgbClr val="13E1F2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6344C5FA-BB74-57CA-2CE8-3690635AEE5F}"/>
              </a:ext>
            </a:extLst>
          </p:cNvPr>
          <p:cNvGrpSpPr/>
          <p:nvPr/>
        </p:nvGrpSpPr>
        <p:grpSpPr>
          <a:xfrm>
            <a:off x="8286061" y="3084221"/>
            <a:ext cx="1049696" cy="930227"/>
            <a:chOff x="8394969" y="3242331"/>
            <a:chExt cx="1049696" cy="930227"/>
          </a:xfrm>
        </p:grpSpPr>
        <p:pic>
          <p:nvPicPr>
            <p:cNvPr id="30" name="Gráfico 29" descr="Single gear contorno">
              <a:extLst>
                <a:ext uri="{FF2B5EF4-FFF2-40B4-BE49-F238E27FC236}">
                  <a16:creationId xmlns:a16="http://schemas.microsoft.com/office/drawing/2014/main" id="{79B07E44-E7A0-FE00-CC53-DFE64F7E4F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76024" y="3465355"/>
              <a:ext cx="675069" cy="675069"/>
            </a:xfrm>
            <a:prstGeom prst="rect">
              <a:avLst/>
            </a:prstGeom>
          </p:spPr>
        </p:pic>
        <p:grpSp>
          <p:nvGrpSpPr>
            <p:cNvPr id="31" name="Gráfico 33" descr="Web design contorno">
              <a:extLst>
                <a:ext uri="{FF2B5EF4-FFF2-40B4-BE49-F238E27FC236}">
                  <a16:creationId xmlns:a16="http://schemas.microsoft.com/office/drawing/2014/main" id="{8CD30606-A08C-2092-C0A0-9E47726712AF}"/>
                </a:ext>
              </a:extLst>
            </p:cNvPr>
            <p:cNvGrpSpPr/>
            <p:nvPr/>
          </p:nvGrpSpPr>
          <p:grpSpPr>
            <a:xfrm>
              <a:off x="8394969" y="3242331"/>
              <a:ext cx="1049696" cy="930227"/>
              <a:chOff x="8394969" y="3242331"/>
              <a:chExt cx="1049696" cy="930227"/>
            </a:xfrm>
            <a:solidFill>
              <a:srgbClr val="D1EBFF"/>
            </a:solidFill>
          </p:grpSpPr>
          <p:sp>
            <p:nvSpPr>
              <p:cNvPr id="32" name="Forma libre: forma 31">
                <a:extLst>
                  <a:ext uri="{FF2B5EF4-FFF2-40B4-BE49-F238E27FC236}">
                    <a16:creationId xmlns:a16="http://schemas.microsoft.com/office/drawing/2014/main" id="{AD76069C-B5A7-E077-9E52-98EFC16EFE76}"/>
                  </a:ext>
                </a:extLst>
              </p:cNvPr>
              <p:cNvSpPr/>
              <p:nvPr/>
            </p:nvSpPr>
            <p:spPr>
              <a:xfrm>
                <a:off x="8394969" y="3242331"/>
                <a:ext cx="1049696" cy="930227"/>
              </a:xfrm>
              <a:custGeom>
                <a:avLst/>
                <a:gdLst>
                  <a:gd name="csX0" fmla="*/ 0 w 1049696"/>
                  <a:gd name="csY0" fmla="*/ 930227 h 930227"/>
                  <a:gd name="csX1" fmla="*/ 1049697 w 1049696"/>
                  <a:gd name="csY1" fmla="*/ 930227 h 930227"/>
                  <a:gd name="csX2" fmla="*/ 1049697 w 1049696"/>
                  <a:gd name="csY2" fmla="*/ 0 h 930227"/>
                  <a:gd name="csX3" fmla="*/ 0 w 1049696"/>
                  <a:gd name="csY3" fmla="*/ 0 h 930227"/>
                  <a:gd name="csX4" fmla="*/ 26242 w 1049696"/>
                  <a:gd name="csY4" fmla="*/ 900220 h 930227"/>
                  <a:gd name="csX5" fmla="*/ 26242 w 1049696"/>
                  <a:gd name="csY5" fmla="*/ 240059 h 930227"/>
                  <a:gd name="csX6" fmla="*/ 1023454 w 1049696"/>
                  <a:gd name="csY6" fmla="*/ 240059 h 930227"/>
                  <a:gd name="csX7" fmla="*/ 1023454 w 1049696"/>
                  <a:gd name="csY7" fmla="*/ 900220 h 930227"/>
                  <a:gd name="csX8" fmla="*/ 1023454 w 1049696"/>
                  <a:gd name="csY8" fmla="*/ 30007 h 930227"/>
                  <a:gd name="csX9" fmla="*/ 1023454 w 1049696"/>
                  <a:gd name="csY9" fmla="*/ 210051 h 930227"/>
                  <a:gd name="csX10" fmla="*/ 26242 w 1049696"/>
                  <a:gd name="csY10" fmla="*/ 210051 h 930227"/>
                  <a:gd name="csX11" fmla="*/ 26242 w 1049696"/>
                  <a:gd name="csY11" fmla="*/ 30007 h 930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049696" h="930227">
                    <a:moveTo>
                      <a:pt x="0" y="930227"/>
                    </a:moveTo>
                    <a:lnTo>
                      <a:pt x="1049697" y="930227"/>
                    </a:lnTo>
                    <a:lnTo>
                      <a:pt x="1049697" y="0"/>
                    </a:lnTo>
                    <a:lnTo>
                      <a:pt x="0" y="0"/>
                    </a:lnTo>
                    <a:close/>
                    <a:moveTo>
                      <a:pt x="26242" y="900220"/>
                    </a:moveTo>
                    <a:lnTo>
                      <a:pt x="26242" y="240059"/>
                    </a:lnTo>
                    <a:lnTo>
                      <a:pt x="1023454" y="240059"/>
                    </a:lnTo>
                    <a:lnTo>
                      <a:pt x="1023454" y="900220"/>
                    </a:lnTo>
                    <a:close/>
                    <a:moveTo>
                      <a:pt x="1023454" y="30007"/>
                    </a:moveTo>
                    <a:lnTo>
                      <a:pt x="1023454" y="210051"/>
                    </a:lnTo>
                    <a:lnTo>
                      <a:pt x="26242" y="210051"/>
                    </a:lnTo>
                    <a:lnTo>
                      <a:pt x="26242" y="30007"/>
                    </a:lnTo>
                    <a:close/>
                  </a:path>
                </a:pathLst>
              </a:custGeom>
              <a:solidFill>
                <a:srgbClr val="D1EBFF"/>
              </a:solidFill>
              <a:ln w="13097" cap="flat">
                <a:solidFill>
                  <a:srgbClr val="D1EB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3" name="Elipse 32">
                <a:extLst>
                  <a:ext uri="{FF2B5EF4-FFF2-40B4-BE49-F238E27FC236}">
                    <a16:creationId xmlns:a16="http://schemas.microsoft.com/office/drawing/2014/main" id="{20D6F91D-2E01-86D8-0D64-AFB9D5C364FF}"/>
                  </a:ext>
                </a:extLst>
              </p:cNvPr>
              <p:cNvSpPr/>
              <p:nvPr/>
            </p:nvSpPr>
            <p:spPr>
              <a:xfrm>
                <a:off x="9090393" y="3332353"/>
                <a:ext cx="52484" cy="60014"/>
              </a:xfrm>
              <a:prstGeom prst="ellipse">
                <a:avLst/>
              </a:prstGeom>
              <a:solidFill>
                <a:srgbClr val="D1EBFF"/>
              </a:solidFill>
              <a:ln w="13097" cap="flat">
                <a:solidFill>
                  <a:srgbClr val="D1EB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4" name="Elipse 33">
                <a:extLst>
                  <a:ext uri="{FF2B5EF4-FFF2-40B4-BE49-F238E27FC236}">
                    <a16:creationId xmlns:a16="http://schemas.microsoft.com/office/drawing/2014/main" id="{DB650894-3040-E769-960A-6F573F9A54F5}"/>
                  </a:ext>
                </a:extLst>
              </p:cNvPr>
              <p:cNvSpPr/>
              <p:nvPr/>
            </p:nvSpPr>
            <p:spPr>
              <a:xfrm>
                <a:off x="9182242" y="3332353"/>
                <a:ext cx="52484" cy="60014"/>
              </a:xfrm>
              <a:prstGeom prst="ellipse">
                <a:avLst/>
              </a:prstGeom>
              <a:solidFill>
                <a:srgbClr val="D1EBFF"/>
              </a:solidFill>
              <a:ln w="13097" cap="flat">
                <a:solidFill>
                  <a:srgbClr val="D1EB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CE4DFD09-B4B9-438C-52F4-011BD9117813}"/>
                  </a:ext>
                </a:extLst>
              </p:cNvPr>
              <p:cNvSpPr/>
              <p:nvPr/>
            </p:nvSpPr>
            <p:spPr>
              <a:xfrm>
                <a:off x="9274090" y="3332353"/>
                <a:ext cx="52484" cy="60014"/>
              </a:xfrm>
              <a:prstGeom prst="ellipse">
                <a:avLst/>
              </a:prstGeom>
              <a:solidFill>
                <a:srgbClr val="D1EBFF"/>
              </a:solidFill>
              <a:ln w="13097" cap="flat">
                <a:solidFill>
                  <a:srgbClr val="D1EB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</p:grp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03E4F0B0-C2A7-3601-FA75-23BC35A8880D}"/>
              </a:ext>
            </a:extLst>
          </p:cNvPr>
          <p:cNvGrpSpPr/>
          <p:nvPr/>
        </p:nvGrpSpPr>
        <p:grpSpPr>
          <a:xfrm>
            <a:off x="607271" y="4722076"/>
            <a:ext cx="7143666" cy="2235200"/>
            <a:chOff x="716179" y="2404422"/>
            <a:chExt cx="7143666" cy="2235200"/>
          </a:xfrm>
        </p:grpSpPr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5F07AFDE-DF3F-D1FF-B0A2-768021E159EF}"/>
                </a:ext>
              </a:extLst>
            </p:cNvPr>
            <p:cNvGrpSpPr/>
            <p:nvPr/>
          </p:nvGrpSpPr>
          <p:grpSpPr>
            <a:xfrm>
              <a:off x="716179" y="2404422"/>
              <a:ext cx="7143666" cy="2235200"/>
              <a:chOff x="716541" y="2589617"/>
              <a:chExt cx="7143666" cy="2235200"/>
            </a:xfrm>
          </p:grpSpPr>
          <p:sp>
            <p:nvSpPr>
              <p:cNvPr id="40" name="Rectángulo: esquinas redondeadas 39">
                <a:extLst>
                  <a:ext uri="{FF2B5EF4-FFF2-40B4-BE49-F238E27FC236}">
                    <a16:creationId xmlns:a16="http://schemas.microsoft.com/office/drawing/2014/main" id="{A3FDF011-B33F-8E45-3C99-0C8E8DAA1CA0}"/>
                  </a:ext>
                </a:extLst>
              </p:cNvPr>
              <p:cNvSpPr/>
              <p:nvPr/>
            </p:nvSpPr>
            <p:spPr>
              <a:xfrm>
                <a:off x="716541" y="2589617"/>
                <a:ext cx="7143666" cy="2235200"/>
              </a:xfrm>
              <a:prstGeom prst="roundRect">
                <a:avLst>
                  <a:gd name="adj" fmla="val 5019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r>
                  <a:rPr lang="es-CL" sz="3200" b="1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Servicios Firebase</a:t>
                </a:r>
                <a:endParaRPr lang="es-CL" sz="2800" b="1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CL" sz="2200" noProof="0" dirty="0">
                    <a:solidFill>
                      <a:srgbClr val="7EBCF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Autenticación, persistencia de datos y alojamiento web.</a:t>
                </a:r>
              </a:p>
              <a:p>
                <a:r>
                  <a:rPr lang="es-CL" sz="2100" b="1" noProof="0" dirty="0">
                    <a:solidFill>
                      <a:srgbClr val="10F6FF"/>
                    </a:solidFill>
                    <a:latin typeface="+mj-lt"/>
                    <a:cs typeface="Arial" panose="020B0604020202020204" pitchFamily="34" charset="0"/>
                  </a:rPr>
                  <a:t>Authentication · Firestore · Hosting</a:t>
                </a:r>
              </a:p>
            </p:txBody>
          </p:sp>
          <p:sp>
            <p:nvSpPr>
              <p:cNvPr id="41" name="Rectángulo: esquinas superiores redondeadas 40">
                <a:extLst>
                  <a:ext uri="{FF2B5EF4-FFF2-40B4-BE49-F238E27FC236}">
                    <a16:creationId xmlns:a16="http://schemas.microsoft.com/office/drawing/2014/main" id="{E0EF5499-4278-5278-4C19-D7B5777CCA05}"/>
                  </a:ext>
                </a:extLst>
              </p:cNvPr>
              <p:cNvSpPr/>
              <p:nvPr/>
            </p:nvSpPr>
            <p:spPr>
              <a:xfrm>
                <a:off x="716541" y="2606485"/>
                <a:ext cx="7143666" cy="11249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A6862217-2505-6FD0-4DBA-268754CEE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2604" y="2805085"/>
              <a:ext cx="0" cy="1433875"/>
            </a:xfrm>
            <a:prstGeom prst="line">
              <a:avLst/>
            </a:prstGeom>
            <a:ln w="28575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44CC3BEE-9447-B0E1-ECBC-91D72DDDE0F8}"/>
                </a:ext>
              </a:extLst>
            </p:cNvPr>
            <p:cNvSpPr txBox="1"/>
            <p:nvPr/>
          </p:nvSpPr>
          <p:spPr>
            <a:xfrm>
              <a:off x="931800" y="2607357"/>
              <a:ext cx="579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noProof="0" dirty="0">
                  <a:solidFill>
                    <a:srgbClr val="13E1F2"/>
                  </a:solidFill>
                  <a:latin typeface="Consolas" panose="020B0609020204030204" pitchFamily="49" charset="0"/>
                </a:rPr>
                <a:t>03</a:t>
              </a:r>
              <a:endParaRPr lang="es-CL" sz="1600" b="1" noProof="0" dirty="0">
                <a:solidFill>
                  <a:srgbClr val="13E1F2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42" name="Gráfico 41" descr="Cloud contorno">
            <a:extLst>
              <a:ext uri="{FF2B5EF4-FFF2-40B4-BE49-F238E27FC236}">
                <a16:creationId xmlns:a16="http://schemas.microsoft.com/office/drawing/2014/main" id="{38479946-4E3F-B769-2FB1-5DD683C49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768706" y="5091776"/>
            <a:ext cx="1382513" cy="1728984"/>
          </a:xfrm>
          <a:prstGeom prst="rect">
            <a:avLst/>
          </a:prstGeom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029F052D-AE7B-3829-2E6A-97ED188F52A4}"/>
              </a:ext>
            </a:extLst>
          </p:cNvPr>
          <p:cNvGrpSpPr/>
          <p:nvPr/>
        </p:nvGrpSpPr>
        <p:grpSpPr>
          <a:xfrm>
            <a:off x="1263295" y="5914028"/>
            <a:ext cx="764627" cy="754117"/>
            <a:chOff x="2210403" y="5977545"/>
            <a:chExt cx="764627" cy="754117"/>
          </a:xfrm>
        </p:grpSpPr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8C08FF13-013E-5FFF-117A-C426528B1687}"/>
                </a:ext>
              </a:extLst>
            </p:cNvPr>
            <p:cNvSpPr/>
            <p:nvPr/>
          </p:nvSpPr>
          <p:spPr>
            <a:xfrm>
              <a:off x="2318737" y="6022428"/>
              <a:ext cx="547960" cy="661333"/>
            </a:xfrm>
            <a:prstGeom prst="roundRect">
              <a:avLst>
                <a:gd name="adj" fmla="val 34409"/>
              </a:avLst>
            </a:prstGeom>
            <a:solidFill>
              <a:srgbClr val="021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pic>
          <p:nvPicPr>
            <p:cNvPr id="45" name="Gráfico 44" descr="Database contorno">
              <a:extLst>
                <a:ext uri="{FF2B5EF4-FFF2-40B4-BE49-F238E27FC236}">
                  <a16:creationId xmlns:a16="http://schemas.microsoft.com/office/drawing/2014/main" id="{93EB30C9-F382-3DF0-62BC-5A2138724B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10403" y="5977545"/>
              <a:ext cx="764627" cy="754117"/>
            </a:xfrm>
            <a:prstGeom prst="rect">
              <a:avLst/>
            </a:prstGeom>
          </p:spPr>
        </p:pic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1C38C2BA-17AE-3D41-BCE3-A26295DCEEAE}"/>
              </a:ext>
            </a:extLst>
          </p:cNvPr>
          <p:cNvGrpSpPr/>
          <p:nvPr/>
        </p:nvGrpSpPr>
        <p:grpSpPr>
          <a:xfrm>
            <a:off x="7966558" y="4710408"/>
            <a:ext cx="7143666" cy="2235200"/>
            <a:chOff x="716179" y="2404422"/>
            <a:chExt cx="7143666" cy="2235200"/>
          </a:xfrm>
        </p:grpSpPr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D0F1E3C5-B917-198E-78DF-4B7197D24D22}"/>
                </a:ext>
              </a:extLst>
            </p:cNvPr>
            <p:cNvGrpSpPr/>
            <p:nvPr/>
          </p:nvGrpSpPr>
          <p:grpSpPr>
            <a:xfrm>
              <a:off x="716179" y="2404422"/>
              <a:ext cx="7143666" cy="2235200"/>
              <a:chOff x="716541" y="2589617"/>
              <a:chExt cx="7143666" cy="2235200"/>
            </a:xfrm>
          </p:grpSpPr>
          <p:sp>
            <p:nvSpPr>
              <p:cNvPr id="50" name="Rectángulo: esquinas redondeadas 49">
                <a:extLst>
                  <a:ext uri="{FF2B5EF4-FFF2-40B4-BE49-F238E27FC236}">
                    <a16:creationId xmlns:a16="http://schemas.microsoft.com/office/drawing/2014/main" id="{0E284145-B44E-FBC7-1556-DA1AA25683A0}"/>
                  </a:ext>
                </a:extLst>
              </p:cNvPr>
              <p:cNvSpPr/>
              <p:nvPr/>
            </p:nvSpPr>
            <p:spPr>
              <a:xfrm>
                <a:off x="716541" y="2589617"/>
                <a:ext cx="7143666" cy="2235200"/>
              </a:xfrm>
              <a:prstGeom prst="roundRect">
                <a:avLst>
                  <a:gd name="adj" fmla="val 5019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r>
                  <a:rPr lang="es-CL" sz="3200" b="1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Integración con compras</a:t>
                </a:r>
                <a:endParaRPr lang="es-CL" sz="2800" b="1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CL" sz="2200" noProof="0" dirty="0">
                    <a:solidFill>
                      <a:srgbClr val="7EBCF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Consulta de ordenes de compra mediante un servicio externo.</a:t>
                </a:r>
              </a:p>
              <a:p>
                <a:r>
                  <a:rPr lang="es-CL" sz="2100" b="1" noProof="0" dirty="0">
                    <a:solidFill>
                      <a:srgbClr val="10F6FF"/>
                    </a:solidFill>
                    <a:latin typeface="+mj-lt"/>
                    <a:cs typeface="Arial" panose="020B0604020202020204" pitchFamily="34" charset="0"/>
                  </a:rPr>
                  <a:t>API REST · JSON / HTTPS</a:t>
                </a:r>
              </a:p>
            </p:txBody>
          </p:sp>
          <p:sp>
            <p:nvSpPr>
              <p:cNvPr id="51" name="Rectángulo: esquinas superiores redondeadas 50">
                <a:extLst>
                  <a:ext uri="{FF2B5EF4-FFF2-40B4-BE49-F238E27FC236}">
                    <a16:creationId xmlns:a16="http://schemas.microsoft.com/office/drawing/2014/main" id="{9E836C3C-6126-9860-6062-92B004071CCC}"/>
                  </a:ext>
                </a:extLst>
              </p:cNvPr>
              <p:cNvSpPr/>
              <p:nvPr/>
            </p:nvSpPr>
            <p:spPr>
              <a:xfrm>
                <a:off x="716541" y="2606485"/>
                <a:ext cx="7143666" cy="11249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D0570B3A-992A-CA5F-59A9-192CE0B7ED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2604" y="2805085"/>
              <a:ext cx="0" cy="1433875"/>
            </a:xfrm>
            <a:prstGeom prst="line">
              <a:avLst/>
            </a:prstGeom>
            <a:ln w="28575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1F4021E0-EC90-0855-CADC-664F476CFFB8}"/>
                </a:ext>
              </a:extLst>
            </p:cNvPr>
            <p:cNvSpPr txBox="1"/>
            <p:nvPr/>
          </p:nvSpPr>
          <p:spPr>
            <a:xfrm>
              <a:off x="931800" y="2607357"/>
              <a:ext cx="579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b="1" noProof="0" dirty="0">
                  <a:solidFill>
                    <a:srgbClr val="13E1F2"/>
                  </a:solidFill>
                  <a:latin typeface="Consolas" panose="020B0609020204030204" pitchFamily="49" charset="0"/>
                </a:rPr>
                <a:t>04</a:t>
              </a:r>
              <a:endParaRPr lang="es-CL" sz="1600" b="1" noProof="0" dirty="0">
                <a:solidFill>
                  <a:srgbClr val="13E1F2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52" name="Gráfico 51" descr="Document con relleno sólido">
            <a:extLst>
              <a:ext uri="{FF2B5EF4-FFF2-40B4-BE49-F238E27FC236}">
                <a16:creationId xmlns:a16="http://schemas.microsoft.com/office/drawing/2014/main" id="{23408FE7-F782-2C8C-30CF-A470C94DA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81899" y="5448231"/>
            <a:ext cx="1324495" cy="1108383"/>
          </a:xfrm>
          <a:prstGeom prst="rect">
            <a:avLst/>
          </a:prstGeom>
        </p:spPr>
      </p:pic>
      <p:grpSp>
        <p:nvGrpSpPr>
          <p:cNvPr id="53" name="Grupo 52">
            <a:extLst>
              <a:ext uri="{FF2B5EF4-FFF2-40B4-BE49-F238E27FC236}">
                <a16:creationId xmlns:a16="http://schemas.microsoft.com/office/drawing/2014/main" id="{3B412707-0A1F-837B-D6E7-5D3B5A9C6834}"/>
              </a:ext>
            </a:extLst>
          </p:cNvPr>
          <p:cNvGrpSpPr/>
          <p:nvPr/>
        </p:nvGrpSpPr>
        <p:grpSpPr>
          <a:xfrm>
            <a:off x="8867429" y="6020365"/>
            <a:ext cx="583626" cy="599879"/>
            <a:chOff x="9932998" y="6103786"/>
            <a:chExt cx="680178" cy="733063"/>
          </a:xfrm>
        </p:grpSpPr>
        <p:sp>
          <p:nvSpPr>
            <p:cNvPr id="54" name="Diagrama de flujo: conector 53">
              <a:extLst>
                <a:ext uri="{FF2B5EF4-FFF2-40B4-BE49-F238E27FC236}">
                  <a16:creationId xmlns:a16="http://schemas.microsoft.com/office/drawing/2014/main" id="{21BD4B94-46A1-D61E-2C37-E64CCBA4A4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32998" y="6103786"/>
              <a:ext cx="680178" cy="733063"/>
            </a:xfrm>
            <a:prstGeom prst="flowChartConnector">
              <a:avLst/>
            </a:prstGeom>
            <a:solidFill>
              <a:srgbClr val="02162D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55" name="Diagrama de flujo: conector 54">
              <a:extLst>
                <a:ext uri="{FF2B5EF4-FFF2-40B4-BE49-F238E27FC236}">
                  <a16:creationId xmlns:a16="http://schemas.microsoft.com/office/drawing/2014/main" id="{7B455226-722D-2B97-385E-E7018F5B62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90008" y="6197393"/>
              <a:ext cx="553762" cy="553763"/>
            </a:xfrm>
            <a:prstGeom prst="flowChartConnector">
              <a:avLst/>
            </a:prstGeom>
            <a:noFill/>
            <a:ln w="38100">
              <a:solidFill>
                <a:srgbClr val="D1E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pic>
          <p:nvPicPr>
            <p:cNvPr id="56" name="Gráfico 55" descr="Link con relleno sólido">
              <a:extLst>
                <a:ext uri="{FF2B5EF4-FFF2-40B4-BE49-F238E27FC236}">
                  <a16:creationId xmlns:a16="http://schemas.microsoft.com/office/drawing/2014/main" id="{F486A59B-A3F4-FE82-E2EF-20D4FE02C8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6200000">
              <a:off x="10052626" y="6250935"/>
              <a:ext cx="438763" cy="438763"/>
            </a:xfrm>
            <a:prstGeom prst="rect">
              <a:avLst/>
            </a:prstGeom>
          </p:spPr>
        </p:pic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DAF940F2-3CB1-FD75-9BCE-173106B2422C}"/>
              </a:ext>
            </a:extLst>
          </p:cNvPr>
          <p:cNvGrpSpPr/>
          <p:nvPr/>
        </p:nvGrpSpPr>
        <p:grpSpPr>
          <a:xfrm>
            <a:off x="607271" y="7190013"/>
            <a:ext cx="14502953" cy="642302"/>
            <a:chOff x="549595" y="6561802"/>
            <a:chExt cx="14860014" cy="1197428"/>
          </a:xfrm>
        </p:grpSpPr>
        <p:sp>
          <p:nvSpPr>
            <p:cNvPr id="58" name="Rectángulo: esquinas redondeadas 57">
              <a:extLst>
                <a:ext uri="{FF2B5EF4-FFF2-40B4-BE49-F238E27FC236}">
                  <a16:creationId xmlns:a16="http://schemas.microsoft.com/office/drawing/2014/main" id="{58AEF4EF-B283-A1EA-005E-3652EBD19B0D}"/>
                </a:ext>
              </a:extLst>
            </p:cNvPr>
            <p:cNvSpPr/>
            <p:nvPr/>
          </p:nvSpPr>
          <p:spPr>
            <a:xfrm>
              <a:off x="637694" y="6561802"/>
              <a:ext cx="14771915" cy="1197428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32000" rtlCol="0" anchor="ctr"/>
            <a:lstStyle/>
            <a:p>
              <a:r>
                <a:rPr lang="es-CL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Separación de interfaces, lógica de aplicación y acceso a datos</a:t>
              </a:r>
            </a:p>
          </p:txBody>
        </p:sp>
        <p:sp>
          <p:nvSpPr>
            <p:cNvPr id="59" name="Rectángulo: esquinas superiores redondeadas 58">
              <a:extLst>
                <a:ext uri="{FF2B5EF4-FFF2-40B4-BE49-F238E27FC236}">
                  <a16:creationId xmlns:a16="http://schemas.microsoft.com/office/drawing/2014/main" id="{CBC48864-9F45-86BC-4AFF-A476C4A7F28A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0A23F1A9-CA0D-40FF-7596-B457758AC4F5}"/>
              </a:ext>
            </a:extLst>
          </p:cNvPr>
          <p:cNvGrpSpPr/>
          <p:nvPr/>
        </p:nvGrpSpPr>
        <p:grpSpPr>
          <a:xfrm>
            <a:off x="1263295" y="7296016"/>
            <a:ext cx="463951" cy="383857"/>
            <a:chOff x="3753257" y="7559436"/>
            <a:chExt cx="463951" cy="383857"/>
          </a:xfrm>
        </p:grpSpPr>
        <p:sp>
          <p:nvSpPr>
            <p:cNvPr id="61" name="Forma libre: forma 60">
              <a:extLst>
                <a:ext uri="{FF2B5EF4-FFF2-40B4-BE49-F238E27FC236}">
                  <a16:creationId xmlns:a16="http://schemas.microsoft.com/office/drawing/2014/main" id="{DB9BB383-2BE1-D6A4-4A24-74418C064EC7}"/>
                </a:ext>
              </a:extLst>
            </p:cNvPr>
            <p:cNvSpPr/>
            <p:nvPr/>
          </p:nvSpPr>
          <p:spPr>
            <a:xfrm>
              <a:off x="3753259" y="7706872"/>
              <a:ext cx="463949" cy="132891"/>
            </a:xfrm>
            <a:custGeom>
              <a:avLst/>
              <a:gdLst>
                <a:gd name="csX0" fmla="*/ 337343 w 463949"/>
                <a:gd name="csY0" fmla="*/ 6715 h 176015"/>
                <a:gd name="csX1" fmla="*/ 437592 w 463949"/>
                <a:gd name="csY1" fmla="*/ 57805 h 176015"/>
                <a:gd name="csX2" fmla="*/ 231975 w 463949"/>
                <a:gd name="csY2" fmla="*/ 162586 h 176015"/>
                <a:gd name="csX3" fmla="*/ 26357 w 463949"/>
                <a:gd name="csY3" fmla="*/ 57805 h 176015"/>
                <a:gd name="csX4" fmla="*/ 126607 w 463949"/>
                <a:gd name="csY4" fmla="*/ 6715 h 176015"/>
                <a:gd name="csX5" fmla="*/ 113433 w 463949"/>
                <a:gd name="csY5" fmla="*/ 0 h 176015"/>
                <a:gd name="csX6" fmla="*/ 0 w 463949"/>
                <a:gd name="csY6" fmla="*/ 57805 h 176015"/>
                <a:gd name="csX7" fmla="*/ 231975 w 463949"/>
                <a:gd name="csY7" fmla="*/ 176015 h 176015"/>
                <a:gd name="csX8" fmla="*/ 463949 w 463949"/>
                <a:gd name="csY8" fmla="*/ 57805 h 176015"/>
                <a:gd name="csX9" fmla="*/ 350516 w 463949"/>
                <a:gd name="csY9" fmla="*/ 0 h 176015"/>
                <a:gd name="csX10" fmla="*/ 337343 w 463949"/>
                <a:gd name="csY10" fmla="*/ 6715 h 176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63949" h="176015">
                  <a:moveTo>
                    <a:pt x="337343" y="6715"/>
                  </a:moveTo>
                  <a:lnTo>
                    <a:pt x="437592" y="57805"/>
                  </a:lnTo>
                  <a:lnTo>
                    <a:pt x="231975" y="162586"/>
                  </a:lnTo>
                  <a:lnTo>
                    <a:pt x="26357" y="57805"/>
                  </a:lnTo>
                  <a:lnTo>
                    <a:pt x="126607" y="6715"/>
                  </a:lnTo>
                  <a:lnTo>
                    <a:pt x="113433" y="0"/>
                  </a:lnTo>
                  <a:lnTo>
                    <a:pt x="0" y="57805"/>
                  </a:lnTo>
                  <a:lnTo>
                    <a:pt x="231975" y="176015"/>
                  </a:lnTo>
                  <a:lnTo>
                    <a:pt x="463949" y="57805"/>
                  </a:lnTo>
                  <a:lnTo>
                    <a:pt x="350516" y="0"/>
                  </a:lnTo>
                  <a:lnTo>
                    <a:pt x="337343" y="6715"/>
                  </a:lnTo>
                  <a:close/>
                </a:path>
              </a:pathLst>
            </a:custGeom>
            <a:solidFill>
              <a:srgbClr val="13E1F2"/>
            </a:solidFill>
            <a:ln w="9525" cap="flat">
              <a:solidFill>
                <a:srgbClr val="13E1F2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2" name="Forma libre: forma 61">
              <a:extLst>
                <a:ext uri="{FF2B5EF4-FFF2-40B4-BE49-F238E27FC236}">
                  <a16:creationId xmlns:a16="http://schemas.microsoft.com/office/drawing/2014/main" id="{B81CC477-4A3A-D52D-5868-C2784183D0BB}"/>
                </a:ext>
              </a:extLst>
            </p:cNvPr>
            <p:cNvSpPr/>
            <p:nvPr/>
          </p:nvSpPr>
          <p:spPr>
            <a:xfrm>
              <a:off x="3753257" y="7559436"/>
              <a:ext cx="463949" cy="175089"/>
            </a:xfrm>
            <a:custGeom>
              <a:avLst/>
              <a:gdLst>
                <a:gd name="csX0" fmla="*/ 463949 w 463949"/>
                <a:gd name="csY0" fmla="*/ 118211 h 236421"/>
                <a:gd name="csX1" fmla="*/ 231975 w 463949"/>
                <a:gd name="csY1" fmla="*/ 0 h 236421"/>
                <a:gd name="csX2" fmla="*/ 0 w 463949"/>
                <a:gd name="csY2" fmla="*/ 118211 h 236421"/>
                <a:gd name="csX3" fmla="*/ 231975 w 463949"/>
                <a:gd name="csY3" fmla="*/ 236421 h 236421"/>
                <a:gd name="csX4" fmla="*/ 231975 w 463949"/>
                <a:gd name="csY4" fmla="*/ 13429 h 236421"/>
                <a:gd name="csX5" fmla="*/ 437592 w 463949"/>
                <a:gd name="csY5" fmla="*/ 118211 h 236421"/>
                <a:gd name="csX6" fmla="*/ 231975 w 463949"/>
                <a:gd name="csY6" fmla="*/ 222992 h 236421"/>
                <a:gd name="csX7" fmla="*/ 26357 w 463949"/>
                <a:gd name="csY7" fmla="*/ 118211 h 236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63949" h="236421">
                  <a:moveTo>
                    <a:pt x="463949" y="118211"/>
                  </a:moveTo>
                  <a:lnTo>
                    <a:pt x="231975" y="0"/>
                  </a:lnTo>
                  <a:lnTo>
                    <a:pt x="0" y="118211"/>
                  </a:lnTo>
                  <a:lnTo>
                    <a:pt x="231975" y="236421"/>
                  </a:lnTo>
                  <a:close/>
                  <a:moveTo>
                    <a:pt x="231975" y="13429"/>
                  </a:moveTo>
                  <a:lnTo>
                    <a:pt x="437592" y="118211"/>
                  </a:lnTo>
                  <a:lnTo>
                    <a:pt x="231975" y="222992"/>
                  </a:lnTo>
                  <a:lnTo>
                    <a:pt x="26357" y="118211"/>
                  </a:lnTo>
                  <a:close/>
                </a:path>
              </a:pathLst>
            </a:custGeom>
            <a:solidFill>
              <a:srgbClr val="13E1F2"/>
            </a:solidFill>
            <a:ln w="9525" cap="flat">
              <a:solidFill>
                <a:srgbClr val="13E1F2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3" name="Forma libre: forma 62">
              <a:extLst>
                <a:ext uri="{FF2B5EF4-FFF2-40B4-BE49-F238E27FC236}">
                  <a16:creationId xmlns:a16="http://schemas.microsoft.com/office/drawing/2014/main" id="{79955188-BB8C-A9BC-DD89-F833D5148664}"/>
                </a:ext>
              </a:extLst>
            </p:cNvPr>
            <p:cNvSpPr/>
            <p:nvPr/>
          </p:nvSpPr>
          <p:spPr>
            <a:xfrm>
              <a:off x="3753258" y="7810402"/>
              <a:ext cx="463949" cy="132891"/>
            </a:xfrm>
            <a:custGeom>
              <a:avLst/>
              <a:gdLst>
                <a:gd name="csX0" fmla="*/ 337343 w 463949"/>
                <a:gd name="csY0" fmla="*/ 6715 h 176015"/>
                <a:gd name="csX1" fmla="*/ 437592 w 463949"/>
                <a:gd name="csY1" fmla="*/ 57805 h 176015"/>
                <a:gd name="csX2" fmla="*/ 231975 w 463949"/>
                <a:gd name="csY2" fmla="*/ 162586 h 176015"/>
                <a:gd name="csX3" fmla="*/ 26357 w 463949"/>
                <a:gd name="csY3" fmla="*/ 57805 h 176015"/>
                <a:gd name="csX4" fmla="*/ 126607 w 463949"/>
                <a:gd name="csY4" fmla="*/ 6715 h 176015"/>
                <a:gd name="csX5" fmla="*/ 113433 w 463949"/>
                <a:gd name="csY5" fmla="*/ 0 h 176015"/>
                <a:gd name="csX6" fmla="*/ 0 w 463949"/>
                <a:gd name="csY6" fmla="*/ 57805 h 176015"/>
                <a:gd name="csX7" fmla="*/ 231975 w 463949"/>
                <a:gd name="csY7" fmla="*/ 176015 h 176015"/>
                <a:gd name="csX8" fmla="*/ 463949 w 463949"/>
                <a:gd name="csY8" fmla="*/ 57805 h 176015"/>
                <a:gd name="csX9" fmla="*/ 350516 w 463949"/>
                <a:gd name="csY9" fmla="*/ 0 h 176015"/>
                <a:gd name="csX10" fmla="*/ 337343 w 463949"/>
                <a:gd name="csY10" fmla="*/ 6715 h 176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63949" h="176015">
                  <a:moveTo>
                    <a:pt x="337343" y="6715"/>
                  </a:moveTo>
                  <a:lnTo>
                    <a:pt x="437592" y="57805"/>
                  </a:lnTo>
                  <a:lnTo>
                    <a:pt x="231975" y="162586"/>
                  </a:lnTo>
                  <a:lnTo>
                    <a:pt x="26357" y="57805"/>
                  </a:lnTo>
                  <a:lnTo>
                    <a:pt x="126607" y="6715"/>
                  </a:lnTo>
                  <a:lnTo>
                    <a:pt x="113433" y="0"/>
                  </a:lnTo>
                  <a:lnTo>
                    <a:pt x="0" y="57805"/>
                  </a:lnTo>
                  <a:lnTo>
                    <a:pt x="231975" y="176015"/>
                  </a:lnTo>
                  <a:lnTo>
                    <a:pt x="463949" y="57805"/>
                  </a:lnTo>
                  <a:lnTo>
                    <a:pt x="350516" y="0"/>
                  </a:lnTo>
                  <a:lnTo>
                    <a:pt x="337343" y="6715"/>
                  </a:lnTo>
                  <a:close/>
                </a:path>
              </a:pathLst>
            </a:custGeom>
            <a:solidFill>
              <a:srgbClr val="13E1F2"/>
            </a:solidFill>
            <a:ln w="9525" cap="flat">
              <a:solidFill>
                <a:srgbClr val="13E1F2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90AAD39D-00BF-4876-D7A8-3C04AE1F51FA}"/>
              </a:ext>
            </a:extLst>
          </p:cNvPr>
          <p:cNvGrpSpPr>
            <a:grpSpLocks noChangeAspect="1"/>
          </p:cNvGrpSpPr>
          <p:nvPr/>
        </p:nvGrpSpPr>
        <p:grpSpPr>
          <a:xfrm>
            <a:off x="1635363" y="3369037"/>
            <a:ext cx="449231" cy="720000"/>
            <a:chOff x="9005993" y="2671625"/>
            <a:chExt cx="763357" cy="1223452"/>
          </a:xfrm>
        </p:grpSpPr>
        <p:sp>
          <p:nvSpPr>
            <p:cNvPr id="65" name="Rectángulo: esquinas redondeadas 64">
              <a:extLst>
                <a:ext uri="{FF2B5EF4-FFF2-40B4-BE49-F238E27FC236}">
                  <a16:creationId xmlns:a16="http://schemas.microsoft.com/office/drawing/2014/main" id="{3AB641EC-68B2-6FE9-02E5-9D90A7D1667C}"/>
                </a:ext>
              </a:extLst>
            </p:cNvPr>
            <p:cNvSpPr/>
            <p:nvPr/>
          </p:nvSpPr>
          <p:spPr>
            <a:xfrm>
              <a:off x="9005993" y="2671625"/>
              <a:ext cx="763357" cy="1223452"/>
            </a:xfrm>
            <a:prstGeom prst="roundRect">
              <a:avLst/>
            </a:prstGeom>
            <a:solidFill>
              <a:srgbClr val="011839"/>
            </a:solidFill>
            <a:ln w="38100">
              <a:solidFill>
                <a:srgbClr val="D0EB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D8AC3549-E586-4DF5-9F67-B91C4EC8C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365" y="3752584"/>
              <a:ext cx="112614" cy="0"/>
            </a:xfrm>
            <a:prstGeom prst="line">
              <a:avLst/>
            </a:prstGeom>
            <a:ln w="50800" cap="rnd">
              <a:solidFill>
                <a:srgbClr val="D0EB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20F2E904-3799-3CAD-ED27-A96F7392EF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365" y="2822674"/>
              <a:ext cx="112614" cy="0"/>
            </a:xfrm>
            <a:prstGeom prst="line">
              <a:avLst/>
            </a:prstGeom>
            <a:ln w="50800" cap="rnd">
              <a:solidFill>
                <a:srgbClr val="032F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D9D6F771-812E-BD8C-979C-D8E3F2FD4046}"/>
              </a:ext>
            </a:extLst>
          </p:cNvPr>
          <p:cNvCxnSpPr>
            <a:cxnSpLocks/>
          </p:cNvCxnSpPr>
          <p:nvPr/>
        </p:nvCxnSpPr>
        <p:spPr>
          <a:xfrm>
            <a:off x="576936" y="1317476"/>
            <a:ext cx="1147446" cy="0"/>
          </a:xfrm>
          <a:prstGeom prst="line">
            <a:avLst/>
          </a:prstGeom>
          <a:ln w="76200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370452A5-1B3E-9002-38C5-DDB010C42184}"/>
              </a:ext>
            </a:extLst>
          </p:cNvPr>
          <p:cNvSpPr txBox="1"/>
          <p:nvPr/>
        </p:nvSpPr>
        <p:spPr>
          <a:xfrm>
            <a:off x="420624" y="451920"/>
            <a:ext cx="1258972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b="1" dirty="0">
                <a:solidFill>
                  <a:schemeClr val="bg1"/>
                </a:solidFill>
                <a:latin typeface="Arial Black" panose="020B0A04020102020204" pitchFamily="34" charset="0"/>
              </a:rPr>
              <a:t>Arquitectura general de la solución</a:t>
            </a:r>
          </a:p>
        </p:txBody>
      </p:sp>
      <p:sp>
        <p:nvSpPr>
          <p:cNvPr id="83" name="Diseño e Inicio del Desarrollo">
            <a:extLst>
              <a:ext uri="{FF2B5EF4-FFF2-40B4-BE49-F238E27FC236}">
                <a16:creationId xmlns:a16="http://schemas.microsoft.com/office/drawing/2014/main" id="{FB69231D-766E-7374-18BA-4F49F2A70400}"/>
              </a:ext>
            </a:extLst>
          </p:cNvPr>
          <p:cNvSpPr>
            <a:spLocks noGrp="1"/>
          </p:cNvSpPr>
          <p:nvPr/>
        </p:nvSpPr>
        <p:spPr>
          <a:xfrm>
            <a:off x="576935" y="1585233"/>
            <a:ext cx="12141538" cy="445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r>
              <a:rPr lang="es-CL" sz="240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Aplicación web y móvil con servicios administrados en Firebase</a:t>
            </a:r>
          </a:p>
        </p:txBody>
      </p:sp>
    </p:spTree>
    <p:extLst>
      <p:ext uri="{BB962C8B-B14F-4D97-AF65-F5344CB8AC3E}">
        <p14:creationId xmlns:p14="http://schemas.microsoft.com/office/powerpoint/2010/main" val="2660297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035CD84-29F6-CFBE-5ABC-8F31F73303F2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D893408F-994F-E866-C942-241D1626C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02ED69F3-3A11-D194-2921-EFFAA753201D}"/>
                </a:ext>
              </a:extLst>
            </p:cNvPr>
            <p:cNvGrpSpPr/>
            <p:nvPr/>
          </p:nvGrpSpPr>
          <p:grpSpPr>
            <a:xfrm>
              <a:off x="5522552" y="8343728"/>
              <a:ext cx="10076908" cy="394609"/>
              <a:chOff x="5522552" y="8343728"/>
              <a:chExt cx="10076908" cy="394609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16CFFBC-7EF3-2300-3BBA-42D5C0B15791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6E46A00-C42E-A7A5-769D-B24C0988C469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09</a:t>
                </a:r>
              </a:p>
            </p:txBody>
          </p:sp>
        </p:grp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9D734B73-FA99-F01E-30D8-79FC371B8911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3B8CCD63-590E-DC79-DA10-75647B027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84"/>
          <a:stretch>
            <a:fillRect/>
          </a:stretch>
        </p:blipFill>
        <p:spPr>
          <a:xfrm>
            <a:off x="1308001" y="114282"/>
            <a:ext cx="12817081" cy="8568000"/>
          </a:xfrm>
          <a:prstGeom prst="rect">
            <a:avLst/>
          </a:prstGeom>
          <a:effectLst>
            <a:glow rad="101600">
              <a:schemeClr val="bg1">
                <a:alpha val="5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59256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395836E5-3CE3-A64F-5980-FFDA9E7C860E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6584B7C-5503-ABDD-3AAA-5FB322B60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B7853B1-269F-16DB-EF9A-7862C5412E9D}"/>
                </a:ext>
              </a:extLst>
            </p:cNvPr>
            <p:cNvGrpSpPr/>
            <p:nvPr/>
          </p:nvGrpSpPr>
          <p:grpSpPr>
            <a:xfrm>
              <a:off x="420624" y="128351"/>
              <a:ext cx="15178836" cy="8609986"/>
              <a:chOff x="420624" y="128351"/>
              <a:chExt cx="15178836" cy="8609986"/>
            </a:xfrm>
          </p:grpSpPr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A7CA6FE-6DE0-82AA-2851-A4ECC848AFCB}"/>
                  </a:ext>
                </a:extLst>
              </p:cNvPr>
              <p:cNvSpPr txBox="1"/>
              <p:nvPr/>
            </p:nvSpPr>
            <p:spPr>
              <a:xfrm>
                <a:off x="744813" y="128351"/>
                <a:ext cx="26480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GATI </a:t>
                </a:r>
                <a:r>
                  <a:rPr lang="es-CL" sz="2400" b="1" spc="300" noProof="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·</a:t>
                </a:r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ENTREGA 2</a:t>
                </a:r>
              </a:p>
            </p:txBody>
          </p:sp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9C5DF9FF-C11E-54C6-6233-8BB4B07EE6CE}"/>
                  </a:ext>
                </a:extLst>
              </p:cNvPr>
              <p:cNvCxnSpPr/>
              <p:nvPr/>
            </p:nvCxnSpPr>
            <p:spPr>
              <a:xfrm>
                <a:off x="420624" y="8221260"/>
                <a:ext cx="15012000" cy="0"/>
              </a:xfrm>
              <a:prstGeom prst="line">
                <a:avLst/>
              </a:prstGeom>
              <a:ln w="41275" cap="rnd">
                <a:solidFill>
                  <a:schemeClr val="tx2">
                    <a:lumMod val="50000"/>
                    <a:lumOff val="50000"/>
                  </a:schemeClr>
                </a:soli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2588E1E-EF2B-ED03-705C-10AB0C665D84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1FDABAE-56C8-D1E4-4279-C20AFE231B90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10</a:t>
                </a:r>
              </a:p>
            </p:txBody>
          </p: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B345D1A-3752-D749-D4B1-2F81E7A1988E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E14D496-142A-C394-40E2-D43935BC24BC}"/>
              </a:ext>
            </a:extLst>
          </p:cNvPr>
          <p:cNvGrpSpPr/>
          <p:nvPr/>
        </p:nvGrpSpPr>
        <p:grpSpPr>
          <a:xfrm>
            <a:off x="348104" y="2334369"/>
            <a:ext cx="5324804" cy="2260619"/>
            <a:chOff x="628716" y="2536040"/>
            <a:chExt cx="5324804" cy="2260619"/>
          </a:xfrm>
          <a:solidFill>
            <a:srgbClr val="061C37"/>
          </a:solidFill>
        </p:grpSpPr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56EAC6A1-4A92-DDE5-C36B-C191BDD2C4EB}"/>
                </a:ext>
              </a:extLst>
            </p:cNvPr>
            <p:cNvSpPr/>
            <p:nvPr/>
          </p:nvSpPr>
          <p:spPr>
            <a:xfrm>
              <a:off x="628716" y="2536040"/>
              <a:ext cx="5324804" cy="2260619"/>
            </a:xfrm>
            <a:prstGeom prst="roundRect">
              <a:avLst>
                <a:gd name="adj" fmla="val 5319"/>
              </a:avLst>
            </a:prstGeom>
            <a:grpFill/>
            <a:ln w="25400">
              <a:solidFill>
                <a:srgbClr val="05599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0" rtlCol="0" anchor="ctr"/>
            <a:lstStyle/>
            <a:p>
              <a:r>
                <a:rPr lang="es-CL" sz="3200" b="1" spc="-150" noProof="0" dirty="0">
                  <a:latin typeface="Arial" panose="020B0604020202020204" pitchFamily="34" charset="0"/>
                  <a:cs typeface="Arial" panose="020B0604020202020204" pitchFamily="34" charset="0"/>
                </a:rPr>
                <a:t>Vista lógica</a:t>
              </a:r>
            </a:p>
            <a:p>
              <a:endParaRPr lang="es-CL" sz="7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s-CL" sz="1900" noProof="0" dirty="0">
                  <a:solidFill>
                    <a:srgbClr val="63A8F6"/>
                  </a:solidFill>
                </a:rPr>
                <a:t>Estructura y responsabilidades del dominio.</a:t>
              </a:r>
            </a:p>
            <a:p>
              <a:endParaRPr lang="es-CL" sz="1050" noProof="0" dirty="0">
                <a:solidFill>
                  <a:srgbClr val="63A8F6"/>
                </a:solidFill>
              </a:endParaRPr>
            </a:p>
            <a:p>
              <a:r>
                <a:rPr lang="es-CL" sz="2000" noProof="0" dirty="0">
                  <a:solidFill>
                    <a:srgbClr val="1AF9E9"/>
                  </a:solidFill>
                </a:rPr>
                <a:t>Clases y modelo de dominio</a:t>
              </a:r>
            </a:p>
          </p:txBody>
        </p:sp>
        <p:sp>
          <p:nvSpPr>
            <p:cNvPr id="16" name="Diagrama de flujo: conector 15">
              <a:extLst>
                <a:ext uri="{FF2B5EF4-FFF2-40B4-BE49-F238E27FC236}">
                  <a16:creationId xmlns:a16="http://schemas.microsoft.com/office/drawing/2014/main" id="{6AE9E29D-6CE3-A0F5-04AE-43758C015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1338" y="2856670"/>
              <a:ext cx="1260000" cy="1260000"/>
            </a:xfrm>
            <a:prstGeom prst="flowChartConnector">
              <a:avLst/>
            </a:prstGeom>
            <a:grpFill/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endParaRPr lang="es-CL" sz="28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F6459B2-E88E-7E0B-7C74-ADDF1F5ACE94}"/>
              </a:ext>
            </a:extLst>
          </p:cNvPr>
          <p:cNvGrpSpPr/>
          <p:nvPr/>
        </p:nvGrpSpPr>
        <p:grpSpPr>
          <a:xfrm>
            <a:off x="348104" y="4754974"/>
            <a:ext cx="5324804" cy="2260619"/>
            <a:chOff x="628716" y="2536040"/>
            <a:chExt cx="5324804" cy="2260619"/>
          </a:xfrm>
          <a:solidFill>
            <a:srgbClr val="061C37"/>
          </a:solidFill>
        </p:grpSpPr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33272B4B-7831-5319-1D7B-E84790B0BAED}"/>
                </a:ext>
              </a:extLst>
            </p:cNvPr>
            <p:cNvSpPr/>
            <p:nvPr/>
          </p:nvSpPr>
          <p:spPr>
            <a:xfrm>
              <a:off x="628716" y="2536040"/>
              <a:ext cx="5324804" cy="2260619"/>
            </a:xfrm>
            <a:prstGeom prst="roundRect">
              <a:avLst>
                <a:gd name="adj" fmla="val 5319"/>
              </a:avLst>
            </a:prstGeom>
            <a:grpFill/>
            <a:ln w="25400">
              <a:solidFill>
                <a:srgbClr val="05599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0" rtlCol="0" anchor="ctr"/>
            <a:lstStyle/>
            <a:p>
              <a:r>
                <a:rPr lang="es-CL" sz="3200" b="1" spc="-150" noProof="0" dirty="0">
                  <a:latin typeface="Arial" panose="020B0604020202020204" pitchFamily="34" charset="0"/>
                  <a:cs typeface="Arial" panose="020B0604020202020204" pitchFamily="34" charset="0"/>
                </a:rPr>
                <a:t>Vista de desarrollo</a:t>
              </a:r>
            </a:p>
            <a:p>
              <a:endParaRPr lang="es-CL" sz="7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s-CL" sz="1900" noProof="0" dirty="0">
                  <a:solidFill>
                    <a:srgbClr val="63A8F6"/>
                  </a:solidFill>
                </a:rPr>
                <a:t>Organización del código y sus dependencias.</a:t>
              </a:r>
            </a:p>
            <a:p>
              <a:endParaRPr lang="es-CL" sz="1050" noProof="0" dirty="0">
                <a:solidFill>
                  <a:srgbClr val="63A8F6"/>
                </a:solidFill>
              </a:endParaRPr>
            </a:p>
            <a:p>
              <a:r>
                <a:rPr lang="es-CL" sz="2000" noProof="0" dirty="0">
                  <a:solidFill>
                    <a:srgbClr val="1AF9E9"/>
                  </a:solidFill>
                </a:rPr>
                <a:t>Componentes y paquetes</a:t>
              </a:r>
            </a:p>
          </p:txBody>
        </p:sp>
        <p:sp>
          <p:nvSpPr>
            <p:cNvPr id="19" name="Diagrama de flujo: conector 18">
              <a:extLst>
                <a:ext uri="{FF2B5EF4-FFF2-40B4-BE49-F238E27FC236}">
                  <a16:creationId xmlns:a16="http://schemas.microsoft.com/office/drawing/2014/main" id="{0445379D-93A4-0557-814F-6F4977CA3C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1338" y="2856670"/>
              <a:ext cx="1260000" cy="1260000"/>
            </a:xfrm>
            <a:prstGeom prst="flowChartConnector">
              <a:avLst/>
            </a:prstGeom>
            <a:grpFill/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endParaRPr lang="es-CL" sz="28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AB77E83-801F-6CB9-A44E-B60F90DB603A}"/>
              </a:ext>
            </a:extLst>
          </p:cNvPr>
          <p:cNvGrpSpPr/>
          <p:nvPr/>
        </p:nvGrpSpPr>
        <p:grpSpPr>
          <a:xfrm>
            <a:off x="5804417" y="4754973"/>
            <a:ext cx="5324804" cy="2260619"/>
            <a:chOff x="628716" y="2536040"/>
            <a:chExt cx="5324804" cy="2260619"/>
          </a:xfrm>
          <a:solidFill>
            <a:srgbClr val="061C37"/>
          </a:solidFill>
        </p:grpSpPr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3F2BB831-9049-055D-01A7-32A0D86AB6E1}"/>
                </a:ext>
              </a:extLst>
            </p:cNvPr>
            <p:cNvSpPr/>
            <p:nvPr/>
          </p:nvSpPr>
          <p:spPr>
            <a:xfrm>
              <a:off x="628716" y="2536040"/>
              <a:ext cx="5324804" cy="2260619"/>
            </a:xfrm>
            <a:prstGeom prst="roundRect">
              <a:avLst>
                <a:gd name="adj" fmla="val 5319"/>
              </a:avLst>
            </a:prstGeom>
            <a:grpFill/>
            <a:ln w="25400">
              <a:solidFill>
                <a:srgbClr val="05599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0" rtlCol="0" anchor="ctr"/>
            <a:lstStyle/>
            <a:p>
              <a:r>
                <a:rPr lang="es-CL" sz="3200" b="1" spc="-150" noProof="0" dirty="0">
                  <a:latin typeface="Arial" panose="020B0604020202020204" pitchFamily="34" charset="0"/>
                  <a:cs typeface="Arial" panose="020B0604020202020204" pitchFamily="34" charset="0"/>
                </a:rPr>
                <a:t>Vista física</a:t>
              </a:r>
            </a:p>
            <a:p>
              <a:endParaRPr lang="es-CL" sz="7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s-CL" sz="1900" noProof="0" dirty="0">
                  <a:solidFill>
                    <a:srgbClr val="63A8F6"/>
                  </a:solidFill>
                </a:rPr>
                <a:t>Distribución de la solución en su entorno.</a:t>
              </a:r>
            </a:p>
            <a:p>
              <a:endParaRPr lang="es-CL" sz="1050" noProof="0" dirty="0">
                <a:solidFill>
                  <a:srgbClr val="63A8F6"/>
                </a:solidFill>
              </a:endParaRPr>
            </a:p>
            <a:p>
              <a:r>
                <a:rPr lang="es-CL" sz="2000" noProof="0" dirty="0">
                  <a:solidFill>
                    <a:srgbClr val="1AF9E9"/>
                  </a:solidFill>
                </a:rPr>
                <a:t>Despliegue</a:t>
              </a:r>
            </a:p>
          </p:txBody>
        </p:sp>
        <p:sp>
          <p:nvSpPr>
            <p:cNvPr id="22" name="Diagrama de flujo: conector 21">
              <a:extLst>
                <a:ext uri="{FF2B5EF4-FFF2-40B4-BE49-F238E27FC236}">
                  <a16:creationId xmlns:a16="http://schemas.microsoft.com/office/drawing/2014/main" id="{0E0DD9FA-88B5-122F-8E85-A4A96EF9F7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1338" y="2856670"/>
              <a:ext cx="1260000" cy="1260000"/>
            </a:xfrm>
            <a:prstGeom prst="flowChartConnector">
              <a:avLst/>
            </a:prstGeom>
            <a:grpFill/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endParaRPr lang="es-CL" sz="28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118FDB82-6A5A-DAED-187A-14BC010214E7}"/>
              </a:ext>
            </a:extLst>
          </p:cNvPr>
          <p:cNvGrpSpPr/>
          <p:nvPr/>
        </p:nvGrpSpPr>
        <p:grpSpPr>
          <a:xfrm>
            <a:off x="5804417" y="2334039"/>
            <a:ext cx="5324804" cy="2260619"/>
            <a:chOff x="628716" y="2536040"/>
            <a:chExt cx="5324804" cy="2260619"/>
          </a:xfrm>
          <a:solidFill>
            <a:srgbClr val="061C37"/>
          </a:solidFill>
        </p:grpSpPr>
        <p:sp>
          <p:nvSpPr>
            <p:cNvPr id="24" name="Rectángulo: esquinas redondeadas 23">
              <a:extLst>
                <a:ext uri="{FF2B5EF4-FFF2-40B4-BE49-F238E27FC236}">
                  <a16:creationId xmlns:a16="http://schemas.microsoft.com/office/drawing/2014/main" id="{B98D08C5-98D8-C26C-404E-E4113C89F067}"/>
                </a:ext>
              </a:extLst>
            </p:cNvPr>
            <p:cNvSpPr/>
            <p:nvPr/>
          </p:nvSpPr>
          <p:spPr>
            <a:xfrm>
              <a:off x="628716" y="2536040"/>
              <a:ext cx="5324804" cy="2260619"/>
            </a:xfrm>
            <a:prstGeom prst="roundRect">
              <a:avLst>
                <a:gd name="adj" fmla="val 5319"/>
              </a:avLst>
            </a:prstGeom>
            <a:grpFill/>
            <a:ln w="25400">
              <a:solidFill>
                <a:srgbClr val="05599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0" rtlCol="0" anchor="ctr"/>
            <a:lstStyle/>
            <a:p>
              <a:r>
                <a:rPr lang="es-CL" sz="3200" b="1" spc="-150" noProof="0" dirty="0">
                  <a:latin typeface="Arial" panose="020B0604020202020204" pitchFamily="34" charset="0"/>
                  <a:cs typeface="Arial" panose="020B0604020202020204" pitchFamily="34" charset="0"/>
                </a:rPr>
                <a:t>Vista de procesos</a:t>
              </a:r>
            </a:p>
            <a:p>
              <a:endParaRPr lang="es-CL" sz="7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s-CL" sz="1900" noProof="0" dirty="0">
                  <a:solidFill>
                    <a:srgbClr val="63A8F6"/>
                  </a:solidFill>
                </a:rPr>
                <a:t>Comportamiento e interacción en ejecución.</a:t>
              </a:r>
            </a:p>
            <a:p>
              <a:endParaRPr lang="es-CL" sz="1050" noProof="0" dirty="0">
                <a:solidFill>
                  <a:srgbClr val="63A8F6"/>
                </a:solidFill>
              </a:endParaRPr>
            </a:p>
            <a:p>
              <a:r>
                <a:rPr lang="es-CL" sz="2000" noProof="0" dirty="0">
                  <a:solidFill>
                    <a:srgbClr val="1AF9E9"/>
                  </a:solidFill>
                </a:rPr>
                <a:t>Secuencia y actividades</a:t>
              </a:r>
            </a:p>
          </p:txBody>
        </p:sp>
        <p:sp>
          <p:nvSpPr>
            <p:cNvPr id="25" name="Diagrama de flujo: conector 24">
              <a:extLst>
                <a:ext uri="{FF2B5EF4-FFF2-40B4-BE49-F238E27FC236}">
                  <a16:creationId xmlns:a16="http://schemas.microsoft.com/office/drawing/2014/main" id="{E3318598-F06E-ED66-B133-209F5DE64F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1338" y="2856670"/>
              <a:ext cx="1260000" cy="1260000"/>
            </a:xfrm>
            <a:prstGeom prst="flowChartConnector">
              <a:avLst/>
            </a:prstGeom>
            <a:grpFill/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endParaRPr lang="es-CL" sz="28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B21B8CF-3528-11E7-D3D8-D2981D07DE4A}"/>
              </a:ext>
            </a:extLst>
          </p:cNvPr>
          <p:cNvGrpSpPr/>
          <p:nvPr/>
        </p:nvGrpSpPr>
        <p:grpSpPr>
          <a:xfrm>
            <a:off x="870383" y="5475552"/>
            <a:ext cx="760685" cy="460101"/>
            <a:chOff x="2991859" y="5299474"/>
            <a:chExt cx="473011" cy="238029"/>
          </a:xfrm>
          <a:effectLst>
            <a:glow rad="63500">
              <a:schemeClr val="accent4">
                <a:satMod val="175000"/>
                <a:alpha val="40000"/>
              </a:schemeClr>
            </a:glow>
          </a:effectLst>
        </p:grpSpPr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5127D99D-0077-4241-EC3D-E4523B8B1241}"/>
                </a:ext>
              </a:extLst>
            </p:cNvPr>
            <p:cNvSpPr/>
            <p:nvPr/>
          </p:nvSpPr>
          <p:spPr>
            <a:xfrm>
              <a:off x="2991859" y="5304622"/>
              <a:ext cx="135635" cy="217360"/>
            </a:xfrm>
            <a:custGeom>
              <a:avLst/>
              <a:gdLst>
                <a:gd name="csX0" fmla="*/ 108776 w 135635"/>
                <a:gd name="csY0" fmla="*/ 217361 h 217360"/>
                <a:gd name="csX1" fmla="*/ 0 w 135635"/>
                <a:gd name="csY1" fmla="*/ 108680 h 217360"/>
                <a:gd name="csX2" fmla="*/ 108776 w 135635"/>
                <a:gd name="csY2" fmla="*/ 0 h 217360"/>
                <a:gd name="csX3" fmla="*/ 135636 w 135635"/>
                <a:gd name="csY3" fmla="*/ 26860 h 217360"/>
                <a:gd name="csX4" fmla="*/ 53912 w 135635"/>
                <a:gd name="csY4" fmla="*/ 108680 h 217360"/>
                <a:gd name="csX5" fmla="*/ 135636 w 135635"/>
                <a:gd name="csY5" fmla="*/ 190500 h 217360"/>
                <a:gd name="csX6" fmla="*/ 108776 w 135635"/>
                <a:gd name="csY6" fmla="*/ 217361 h 217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5635" h="217360">
                  <a:moveTo>
                    <a:pt x="108776" y="217361"/>
                  </a:moveTo>
                  <a:lnTo>
                    <a:pt x="0" y="108680"/>
                  </a:lnTo>
                  <a:lnTo>
                    <a:pt x="108776" y="0"/>
                  </a:lnTo>
                  <a:lnTo>
                    <a:pt x="135636" y="26860"/>
                  </a:lnTo>
                  <a:lnTo>
                    <a:pt x="53912" y="108680"/>
                  </a:lnTo>
                  <a:lnTo>
                    <a:pt x="135636" y="190500"/>
                  </a:lnTo>
                  <a:lnTo>
                    <a:pt x="108776" y="217361"/>
                  </a:lnTo>
                  <a:close/>
                </a:path>
              </a:pathLst>
            </a:custGeom>
            <a:solidFill>
              <a:srgbClr val="1AF9E9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4A463382-980C-82B9-76AF-3106CB3BF7E8}"/>
                </a:ext>
              </a:extLst>
            </p:cNvPr>
            <p:cNvSpPr/>
            <p:nvPr/>
          </p:nvSpPr>
          <p:spPr>
            <a:xfrm>
              <a:off x="3329234" y="5304622"/>
              <a:ext cx="135636" cy="217360"/>
            </a:xfrm>
            <a:custGeom>
              <a:avLst/>
              <a:gdLst>
                <a:gd name="csX0" fmla="*/ 26860 w 135636"/>
                <a:gd name="csY0" fmla="*/ 217361 h 217360"/>
                <a:gd name="csX1" fmla="*/ 0 w 135636"/>
                <a:gd name="csY1" fmla="*/ 190500 h 217360"/>
                <a:gd name="csX2" fmla="*/ 81724 w 135636"/>
                <a:gd name="csY2" fmla="*/ 108680 h 217360"/>
                <a:gd name="csX3" fmla="*/ 0 w 135636"/>
                <a:gd name="csY3" fmla="*/ 26860 h 217360"/>
                <a:gd name="csX4" fmla="*/ 26860 w 135636"/>
                <a:gd name="csY4" fmla="*/ 0 h 217360"/>
                <a:gd name="csX5" fmla="*/ 135636 w 135636"/>
                <a:gd name="csY5" fmla="*/ 108680 h 217360"/>
                <a:gd name="csX6" fmla="*/ 26860 w 135636"/>
                <a:gd name="csY6" fmla="*/ 217361 h 217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5636" h="217360">
                  <a:moveTo>
                    <a:pt x="26860" y="217361"/>
                  </a:moveTo>
                  <a:lnTo>
                    <a:pt x="0" y="190500"/>
                  </a:lnTo>
                  <a:lnTo>
                    <a:pt x="81724" y="108680"/>
                  </a:lnTo>
                  <a:lnTo>
                    <a:pt x="0" y="26860"/>
                  </a:lnTo>
                  <a:lnTo>
                    <a:pt x="26860" y="0"/>
                  </a:lnTo>
                  <a:lnTo>
                    <a:pt x="135636" y="108680"/>
                  </a:lnTo>
                  <a:lnTo>
                    <a:pt x="26860" y="217361"/>
                  </a:lnTo>
                  <a:close/>
                </a:path>
              </a:pathLst>
            </a:custGeom>
            <a:solidFill>
              <a:srgbClr val="1AF9E9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DCE64349-D299-54F1-4F28-1B904EE328AC}"/>
                </a:ext>
              </a:extLst>
            </p:cNvPr>
            <p:cNvSpPr/>
            <p:nvPr/>
          </p:nvSpPr>
          <p:spPr>
            <a:xfrm rot="17550601">
              <a:off x="3108708" y="5399439"/>
              <a:ext cx="238029" cy="38100"/>
            </a:xfrm>
            <a:prstGeom prst="rect">
              <a:avLst/>
            </a:prstGeom>
            <a:solidFill>
              <a:srgbClr val="1AF9E9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pic>
        <p:nvPicPr>
          <p:cNvPr id="30" name="Gráfico 29" descr="Server contorno">
            <a:extLst>
              <a:ext uri="{FF2B5EF4-FFF2-40B4-BE49-F238E27FC236}">
                <a16:creationId xmlns:a16="http://schemas.microsoft.com/office/drawing/2014/main" id="{A66DE470-265B-B010-DE5E-DF085CD7E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9839" y="5248403"/>
            <a:ext cx="914400" cy="9144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31" name="Gráfico 30" descr="Network diagram contorno">
            <a:extLst>
              <a:ext uri="{FF2B5EF4-FFF2-40B4-BE49-F238E27FC236}">
                <a16:creationId xmlns:a16="http://schemas.microsoft.com/office/drawing/2014/main" id="{120B9358-865E-D661-74F7-0434229917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22987" y="2786505"/>
            <a:ext cx="853413" cy="1006928"/>
          </a:xfrm>
          <a:prstGeom prst="rect">
            <a:avLst/>
          </a:prstGeom>
          <a:effectLst>
            <a:glow rad="63500">
              <a:srgbClr val="13E1F2">
                <a:alpha val="40000"/>
              </a:srgbClr>
            </a:glow>
          </a:effectLst>
        </p:spPr>
      </p:pic>
      <p:grpSp>
        <p:nvGrpSpPr>
          <p:cNvPr id="32" name="Grupo 31">
            <a:extLst>
              <a:ext uri="{FF2B5EF4-FFF2-40B4-BE49-F238E27FC236}">
                <a16:creationId xmlns:a16="http://schemas.microsoft.com/office/drawing/2014/main" id="{A98E685E-3EE5-8F99-AB7F-4AC7C0F6C9FD}"/>
              </a:ext>
            </a:extLst>
          </p:cNvPr>
          <p:cNvGrpSpPr/>
          <p:nvPr/>
        </p:nvGrpSpPr>
        <p:grpSpPr>
          <a:xfrm>
            <a:off x="6263167" y="2909943"/>
            <a:ext cx="887743" cy="799290"/>
            <a:chOff x="6668716" y="3267270"/>
            <a:chExt cx="887743" cy="799290"/>
          </a:xfrm>
          <a:effectLst>
            <a:glow rad="63500">
              <a:schemeClr val="accent4">
                <a:satMod val="175000"/>
                <a:alpha val="40000"/>
              </a:schemeClr>
            </a:glow>
          </a:effectLst>
        </p:grpSpPr>
        <p:pic>
          <p:nvPicPr>
            <p:cNvPr id="33" name="Gráfico 32" descr="Single gear contorno">
              <a:extLst>
                <a:ext uri="{FF2B5EF4-FFF2-40B4-BE49-F238E27FC236}">
                  <a16:creationId xmlns:a16="http://schemas.microsoft.com/office/drawing/2014/main" id="{1EBDE55D-EC4D-0706-377C-FD7E3C220B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68716" y="3267270"/>
              <a:ext cx="667334" cy="667334"/>
            </a:xfrm>
            <a:prstGeom prst="rect">
              <a:avLst/>
            </a:prstGeom>
          </p:spPr>
        </p:pic>
        <p:pic>
          <p:nvPicPr>
            <p:cNvPr id="34" name="Gráfico 33" descr="Single gear contorno">
              <a:extLst>
                <a:ext uri="{FF2B5EF4-FFF2-40B4-BE49-F238E27FC236}">
                  <a16:creationId xmlns:a16="http://schemas.microsoft.com/office/drawing/2014/main" id="{C8CAC502-8689-26DE-C7A2-86EAA40419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90836" y="3600937"/>
              <a:ext cx="465623" cy="465623"/>
            </a:xfrm>
            <a:prstGeom prst="rect">
              <a:avLst/>
            </a:prstGeom>
          </p:spPr>
        </p:pic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6F480C5-DE1A-D243-EF0F-1442D0C8AD69}"/>
              </a:ext>
            </a:extLst>
          </p:cNvPr>
          <p:cNvGrpSpPr/>
          <p:nvPr/>
        </p:nvGrpSpPr>
        <p:grpSpPr>
          <a:xfrm>
            <a:off x="11315349" y="2152910"/>
            <a:ext cx="4284111" cy="4883496"/>
            <a:chOff x="11356288" y="2354581"/>
            <a:chExt cx="4284111" cy="4883496"/>
          </a:xfrm>
        </p:grpSpPr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04AF7ED7-B0D3-258B-8600-7CEE0F43DABA}"/>
                </a:ext>
              </a:extLst>
            </p:cNvPr>
            <p:cNvSpPr/>
            <p:nvPr/>
          </p:nvSpPr>
          <p:spPr>
            <a:xfrm>
              <a:off x="11356288" y="2354581"/>
              <a:ext cx="4136021" cy="4883496"/>
            </a:xfrm>
            <a:prstGeom prst="roundRect">
              <a:avLst>
                <a:gd name="adj" fmla="val 2397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endParaRPr lang="es-CL" sz="28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59EFC841-0233-3C30-88EA-28FFCE02C8D9}"/>
                </a:ext>
              </a:extLst>
            </p:cNvPr>
            <p:cNvSpPr txBox="1"/>
            <p:nvPr/>
          </p:nvSpPr>
          <p:spPr>
            <a:xfrm>
              <a:off x="11541342" y="2402112"/>
              <a:ext cx="1818126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9600" b="1" noProof="0" dirty="0">
                  <a:solidFill>
                    <a:srgbClr val="13E1F2"/>
                  </a:solidFill>
                  <a:latin typeface="Arial Black" panose="020B0A04020102020204" pitchFamily="34" charset="0"/>
                </a:rPr>
                <a:t>+1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CB959B6-580F-2674-AB62-3CED5538865E}"/>
                </a:ext>
              </a:extLst>
            </p:cNvPr>
            <p:cNvSpPr txBox="1"/>
            <p:nvPr/>
          </p:nvSpPr>
          <p:spPr>
            <a:xfrm>
              <a:off x="11700648" y="3533626"/>
              <a:ext cx="319831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4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Escenarios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7ADE8581-C537-209E-033C-1755CAD2DD65}"/>
                </a:ext>
              </a:extLst>
            </p:cNvPr>
            <p:cNvSpPr txBox="1"/>
            <p:nvPr/>
          </p:nvSpPr>
          <p:spPr>
            <a:xfrm>
              <a:off x="11742710" y="4256758"/>
              <a:ext cx="336317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000" noProof="0" dirty="0">
                  <a:solidFill>
                    <a:srgbClr val="63A8F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Casos de uso que articulan las cuatro vistas.</a:t>
              </a:r>
            </a:p>
          </p:txBody>
        </p: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A1317B39-97CE-4EF6-0AC3-2B267743618D}"/>
                </a:ext>
              </a:extLst>
            </p:cNvPr>
            <p:cNvCxnSpPr>
              <a:cxnSpLocks/>
            </p:cNvCxnSpPr>
            <p:nvPr/>
          </p:nvCxnSpPr>
          <p:spPr>
            <a:xfrm>
              <a:off x="11850775" y="5089335"/>
              <a:ext cx="3312000" cy="0"/>
            </a:xfrm>
            <a:prstGeom prst="line">
              <a:avLst/>
            </a:prstGeom>
            <a:ln w="28575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BCC6C01C-0043-2F53-9E4C-684C24C25CCA}"/>
                </a:ext>
              </a:extLst>
            </p:cNvPr>
            <p:cNvSpPr txBox="1"/>
            <p:nvPr/>
          </p:nvSpPr>
          <p:spPr>
            <a:xfrm>
              <a:off x="11742710" y="5176620"/>
              <a:ext cx="2515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Aplicación en GATI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1F434CA3-5504-AF75-8FC5-703620BB2DCE}"/>
                </a:ext>
              </a:extLst>
            </p:cNvPr>
            <p:cNvSpPr txBox="1"/>
            <p:nvPr/>
          </p:nvSpPr>
          <p:spPr>
            <a:xfrm>
              <a:off x="12114303" y="5604040"/>
              <a:ext cx="1654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b="1" noProof="0" dirty="0">
                  <a:solidFill>
                    <a:srgbClr val="D1EBFF"/>
                  </a:solidFill>
                </a:rPr>
                <a:t>Autenticación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D1539047-921A-84AC-CB59-E3A548704248}"/>
                </a:ext>
              </a:extLst>
            </p:cNvPr>
            <p:cNvSpPr txBox="1"/>
            <p:nvPr/>
          </p:nvSpPr>
          <p:spPr>
            <a:xfrm>
              <a:off x="12128842" y="5946862"/>
              <a:ext cx="2461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b="1" noProof="0" dirty="0">
                  <a:solidFill>
                    <a:srgbClr val="D1EBFF"/>
                  </a:solidFill>
                </a:rPr>
                <a:t>Asignación de activos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8CDABCA6-51B1-97A6-5788-C44E373FE113}"/>
                </a:ext>
              </a:extLst>
            </p:cNvPr>
            <p:cNvSpPr txBox="1"/>
            <p:nvPr/>
          </p:nvSpPr>
          <p:spPr>
            <a:xfrm>
              <a:off x="12128842" y="6316194"/>
              <a:ext cx="2335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b="1" noProof="0" dirty="0">
                  <a:solidFill>
                    <a:srgbClr val="D1EBFF"/>
                  </a:solidFill>
                </a:rPr>
                <a:t>Generación de actas</a:t>
              </a:r>
            </a:p>
          </p:txBody>
        </p:sp>
        <p:sp>
          <p:nvSpPr>
            <p:cNvPr id="45" name="Diagrama de flujo: conector 44">
              <a:extLst>
                <a:ext uri="{FF2B5EF4-FFF2-40B4-BE49-F238E27FC236}">
                  <a16:creationId xmlns:a16="http://schemas.microsoft.com/office/drawing/2014/main" id="{1F6EF877-279B-8BDB-5476-2DA0A88CA7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858549" y="5717248"/>
              <a:ext cx="180000" cy="180000"/>
            </a:xfrm>
            <a:prstGeom prst="flowChartConnector">
              <a:avLst/>
            </a:prstGeom>
            <a:gradFill flip="none" rotWithShape="1">
              <a:gsLst>
                <a:gs pos="0">
                  <a:srgbClr val="37DCF1"/>
                </a:gs>
                <a:gs pos="84000">
                  <a:srgbClr val="0A93A6"/>
                </a:gs>
                <a:gs pos="89000">
                  <a:srgbClr val="42DFF4"/>
                </a:gs>
                <a:gs pos="100000">
                  <a:srgbClr val="A4F0FA"/>
                </a:gs>
              </a:gsLst>
              <a:path path="circle">
                <a:fillToRect l="100000" t="100000"/>
              </a:path>
              <a:tileRect r="-100000" b="-100000"/>
            </a:gradFill>
            <a:ln w="28575" cap="rnd">
              <a:noFill/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46" name="Diagrama de flujo: conector 45">
              <a:extLst>
                <a:ext uri="{FF2B5EF4-FFF2-40B4-BE49-F238E27FC236}">
                  <a16:creationId xmlns:a16="http://schemas.microsoft.com/office/drawing/2014/main" id="{D70B349F-988C-81D9-04F9-491B0864A3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854352" y="6059911"/>
              <a:ext cx="180000" cy="180000"/>
            </a:xfrm>
            <a:prstGeom prst="flowChartConnector">
              <a:avLst/>
            </a:prstGeom>
            <a:gradFill flip="none" rotWithShape="1">
              <a:gsLst>
                <a:gs pos="0">
                  <a:srgbClr val="37DCF1"/>
                </a:gs>
                <a:gs pos="84000">
                  <a:srgbClr val="0A93A6"/>
                </a:gs>
                <a:gs pos="89000">
                  <a:srgbClr val="42DFF4"/>
                </a:gs>
                <a:gs pos="100000">
                  <a:srgbClr val="A4F0FA"/>
                </a:gs>
              </a:gsLst>
              <a:path path="circle">
                <a:fillToRect l="100000" t="100000"/>
              </a:path>
              <a:tileRect r="-100000" b="-100000"/>
            </a:gradFill>
            <a:ln w="28575" cap="rnd">
              <a:noFill/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BAF204B7-ECCC-8340-349D-BFDE5DE9E2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858549" y="6410860"/>
              <a:ext cx="180000" cy="180000"/>
            </a:xfrm>
            <a:prstGeom prst="flowChartConnector">
              <a:avLst/>
            </a:prstGeom>
            <a:gradFill flip="none" rotWithShape="1">
              <a:gsLst>
                <a:gs pos="0">
                  <a:srgbClr val="37DCF1"/>
                </a:gs>
                <a:gs pos="84000">
                  <a:srgbClr val="0A93A6"/>
                </a:gs>
                <a:gs pos="89000">
                  <a:srgbClr val="42DFF4"/>
                </a:gs>
                <a:gs pos="100000">
                  <a:srgbClr val="A4F0FA"/>
                </a:gs>
              </a:gsLst>
              <a:path path="circle">
                <a:fillToRect l="100000" t="100000"/>
              </a:path>
              <a:tileRect r="-100000" b="-100000"/>
            </a:gradFill>
            <a:ln w="28575" cap="rnd">
              <a:noFill/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44561C50-C493-4BF6-7A93-FB5EC5AE57A1}"/>
                </a:ext>
              </a:extLst>
            </p:cNvPr>
            <p:cNvSpPr txBox="1"/>
            <p:nvPr/>
          </p:nvSpPr>
          <p:spPr>
            <a:xfrm>
              <a:off x="11780294" y="6769010"/>
              <a:ext cx="3860105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1700" noProof="0" dirty="0">
                  <a:solidFill>
                    <a:srgbClr val="1AF9E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Casos de uso y especificaciones</a:t>
              </a:r>
              <a:endParaRPr lang="es-CL" sz="170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0DC7E06A-85F3-B4BD-5EBC-5114A02C07B2}"/>
              </a:ext>
            </a:extLst>
          </p:cNvPr>
          <p:cNvGrpSpPr/>
          <p:nvPr/>
        </p:nvGrpSpPr>
        <p:grpSpPr>
          <a:xfrm>
            <a:off x="399845" y="7214556"/>
            <a:ext cx="14907883" cy="642302"/>
            <a:chOff x="549595" y="6561801"/>
            <a:chExt cx="14860014" cy="1197428"/>
          </a:xfrm>
        </p:grpSpPr>
        <p:sp>
          <p:nvSpPr>
            <p:cNvPr id="50" name="Rectángulo: esquinas redondeadas 49">
              <a:extLst>
                <a:ext uri="{FF2B5EF4-FFF2-40B4-BE49-F238E27FC236}">
                  <a16:creationId xmlns:a16="http://schemas.microsoft.com/office/drawing/2014/main" id="{4B14E269-2A55-E7B6-9521-154514ED0D56}"/>
                </a:ext>
              </a:extLst>
            </p:cNvPr>
            <p:cNvSpPr/>
            <p:nvPr/>
          </p:nvSpPr>
          <p:spPr>
            <a:xfrm>
              <a:off x="637694" y="6561801"/>
              <a:ext cx="14771915" cy="1197428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60000" rtlCol="0" anchor="ctr"/>
            <a:lstStyle/>
            <a:p>
              <a:r>
                <a:rPr lang="es-CL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 DAS integra las vistas y documenta las decisiones de arquitectura</a:t>
              </a:r>
            </a:p>
          </p:txBody>
        </p:sp>
        <p:sp>
          <p:nvSpPr>
            <p:cNvPr id="51" name="Rectángulo: esquinas superiores redondeadas 50">
              <a:extLst>
                <a:ext uri="{FF2B5EF4-FFF2-40B4-BE49-F238E27FC236}">
                  <a16:creationId xmlns:a16="http://schemas.microsoft.com/office/drawing/2014/main" id="{036B684A-1163-F5BD-D262-EFA601E9806D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7E712B93-39BB-EC08-5933-76D534A8A161}"/>
              </a:ext>
            </a:extLst>
          </p:cNvPr>
          <p:cNvCxnSpPr>
            <a:cxnSpLocks/>
          </p:cNvCxnSpPr>
          <p:nvPr/>
        </p:nvCxnSpPr>
        <p:spPr>
          <a:xfrm>
            <a:off x="576936" y="1317476"/>
            <a:ext cx="1147446" cy="0"/>
          </a:xfrm>
          <a:prstGeom prst="line">
            <a:avLst/>
          </a:prstGeom>
          <a:ln w="76200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A3FBA61-9C78-5B67-6C5D-BD7651A71325}"/>
              </a:ext>
            </a:extLst>
          </p:cNvPr>
          <p:cNvSpPr txBox="1"/>
          <p:nvPr/>
        </p:nvSpPr>
        <p:spPr>
          <a:xfrm>
            <a:off x="420624" y="451920"/>
            <a:ext cx="75905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b="1" dirty="0">
                <a:solidFill>
                  <a:schemeClr val="bg1"/>
                </a:solidFill>
                <a:latin typeface="Arial Black" panose="020B0A04020102020204" pitchFamily="34" charset="0"/>
              </a:rPr>
              <a:t>Modelo de vistas 4+1</a:t>
            </a:r>
          </a:p>
        </p:txBody>
      </p:sp>
      <p:sp>
        <p:nvSpPr>
          <p:cNvPr id="54" name="Diseño e Inicio del Desarrollo">
            <a:extLst>
              <a:ext uri="{FF2B5EF4-FFF2-40B4-BE49-F238E27FC236}">
                <a16:creationId xmlns:a16="http://schemas.microsoft.com/office/drawing/2014/main" id="{7A381026-7EFC-5286-018B-2A693CE1CF78}"/>
              </a:ext>
            </a:extLst>
          </p:cNvPr>
          <p:cNvSpPr>
            <a:spLocks noGrp="1"/>
          </p:cNvSpPr>
          <p:nvPr/>
        </p:nvSpPr>
        <p:spPr>
          <a:xfrm>
            <a:off x="576935" y="1585233"/>
            <a:ext cx="12141538" cy="445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r>
              <a:rPr lang="es-CL" sz="240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Cinco perspectivas complementarias de la arquitectura de GATI</a:t>
            </a:r>
          </a:p>
        </p:txBody>
      </p:sp>
      <p:sp>
        <p:nvSpPr>
          <p:cNvPr id="55" name="Estrella: 5 puntas 54">
            <a:extLst>
              <a:ext uri="{FF2B5EF4-FFF2-40B4-BE49-F238E27FC236}">
                <a16:creationId xmlns:a16="http://schemas.microsoft.com/office/drawing/2014/main" id="{16A6C899-B6F4-6284-E08C-73EEE6F092C7}"/>
              </a:ext>
            </a:extLst>
          </p:cNvPr>
          <p:cNvSpPr>
            <a:spLocks noChangeAspect="1"/>
          </p:cNvSpPr>
          <p:nvPr/>
        </p:nvSpPr>
        <p:spPr>
          <a:xfrm>
            <a:off x="793571" y="7301707"/>
            <a:ext cx="492083" cy="468000"/>
          </a:xfrm>
          <a:prstGeom prst="star5">
            <a:avLst>
              <a:gd name="adj" fmla="val 27953"/>
              <a:gd name="hf" fmla="val 105146"/>
              <a:gd name="vf" fmla="val 110557"/>
            </a:avLst>
          </a:prstGeom>
          <a:gradFill flip="none" rotWithShape="1">
            <a:gsLst>
              <a:gs pos="0">
                <a:srgbClr val="0199CF"/>
              </a:gs>
              <a:gs pos="54000">
                <a:srgbClr val="01C1E5"/>
              </a:gs>
              <a:gs pos="100000">
                <a:srgbClr val="03CEEB"/>
              </a:gs>
            </a:gsLst>
            <a:lin ang="16200000" scaled="1"/>
            <a:tileRect/>
          </a:gra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3A5356B0-3825-D37F-A94D-3E96F9038018}"/>
              </a:ext>
            </a:extLst>
          </p:cNvPr>
          <p:cNvCxnSpPr>
            <a:cxnSpLocks/>
          </p:cNvCxnSpPr>
          <p:nvPr/>
        </p:nvCxnSpPr>
        <p:spPr>
          <a:xfrm flipV="1">
            <a:off x="1510874" y="7301707"/>
            <a:ext cx="0" cy="48116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452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A9BD4796-982D-B2FF-199E-CC2E415C62E9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0337EC55-7FDD-1884-B27D-6099259A7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1FF7BC17-D055-9EB9-D47D-D50A2E9CA50D}"/>
                </a:ext>
              </a:extLst>
            </p:cNvPr>
            <p:cNvGrpSpPr/>
            <p:nvPr/>
          </p:nvGrpSpPr>
          <p:grpSpPr>
            <a:xfrm>
              <a:off x="420624" y="128351"/>
              <a:ext cx="15178836" cy="8609986"/>
              <a:chOff x="420624" y="128351"/>
              <a:chExt cx="15178836" cy="8609986"/>
            </a:xfrm>
          </p:grpSpPr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C63A899F-B55A-179B-EC24-97799772517A}"/>
                  </a:ext>
                </a:extLst>
              </p:cNvPr>
              <p:cNvSpPr txBox="1"/>
              <p:nvPr/>
            </p:nvSpPr>
            <p:spPr>
              <a:xfrm>
                <a:off x="744813" y="128351"/>
                <a:ext cx="26480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GATI </a:t>
                </a:r>
                <a:r>
                  <a:rPr lang="es-CL" sz="2400" b="1" spc="300" noProof="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·</a:t>
                </a:r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ENTREGA 2</a:t>
                </a:r>
              </a:p>
            </p:txBody>
          </p:sp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51E969CF-1AC3-CE39-D4D9-D4174D79909D}"/>
                  </a:ext>
                </a:extLst>
              </p:cNvPr>
              <p:cNvCxnSpPr/>
              <p:nvPr/>
            </p:nvCxnSpPr>
            <p:spPr>
              <a:xfrm>
                <a:off x="420624" y="8221260"/>
                <a:ext cx="15012000" cy="0"/>
              </a:xfrm>
              <a:prstGeom prst="line">
                <a:avLst/>
              </a:prstGeom>
              <a:ln w="41275" cap="rnd">
                <a:solidFill>
                  <a:schemeClr val="tx2">
                    <a:lumMod val="50000"/>
                    <a:lumOff val="50000"/>
                  </a:schemeClr>
                </a:soli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22851749-192A-C0B6-6EF6-7F17E74AB13D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65420F2-7DD8-FA3B-2BC5-D62C08F80ED1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12</a:t>
                </a:r>
              </a:p>
            </p:txBody>
          </p: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CBE71A0B-AE2E-6553-5141-D16EFC440279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2FA65F-3ECD-07EB-C88C-DFD8FF15182A}"/>
              </a:ext>
            </a:extLst>
          </p:cNvPr>
          <p:cNvSpPr txBox="1"/>
          <p:nvPr/>
        </p:nvSpPr>
        <p:spPr>
          <a:xfrm>
            <a:off x="509007" y="2102378"/>
            <a:ext cx="39228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Actores del  sistema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59F959E-5E7B-7A43-744A-A842F4B9749F}"/>
              </a:ext>
            </a:extLst>
          </p:cNvPr>
          <p:cNvGrpSpPr/>
          <p:nvPr/>
        </p:nvGrpSpPr>
        <p:grpSpPr>
          <a:xfrm>
            <a:off x="596086" y="2976338"/>
            <a:ext cx="549128" cy="941326"/>
            <a:chOff x="739020" y="3313387"/>
            <a:chExt cx="549128" cy="941326"/>
          </a:xfrm>
        </p:grpSpPr>
        <p:sp>
          <p:nvSpPr>
            <p:cNvPr id="16" name="Cuerda 15">
              <a:extLst>
                <a:ext uri="{FF2B5EF4-FFF2-40B4-BE49-F238E27FC236}">
                  <a16:creationId xmlns:a16="http://schemas.microsoft.com/office/drawing/2014/main" id="{BD66FF6B-4ED0-0BAB-15BD-7CBEEAA921C9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17" name="Diagrama de flujo: conector 16">
              <a:extLst>
                <a:ext uri="{FF2B5EF4-FFF2-40B4-BE49-F238E27FC236}">
                  <a16:creationId xmlns:a16="http://schemas.microsoft.com/office/drawing/2014/main" id="{BF506BE8-7616-4AD3-9848-D0A32F8E2C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B6404028-820D-FDEE-0A50-E147EE849C15}"/>
              </a:ext>
            </a:extLst>
          </p:cNvPr>
          <p:cNvGrpSpPr/>
          <p:nvPr/>
        </p:nvGrpSpPr>
        <p:grpSpPr>
          <a:xfrm>
            <a:off x="596085" y="4016862"/>
            <a:ext cx="549128" cy="941326"/>
            <a:chOff x="739020" y="3313387"/>
            <a:chExt cx="549128" cy="941326"/>
          </a:xfrm>
        </p:grpSpPr>
        <p:sp>
          <p:nvSpPr>
            <p:cNvPr id="19" name="Cuerda 18">
              <a:extLst>
                <a:ext uri="{FF2B5EF4-FFF2-40B4-BE49-F238E27FC236}">
                  <a16:creationId xmlns:a16="http://schemas.microsoft.com/office/drawing/2014/main" id="{CBE73B48-6FD4-A689-B86A-75C98EEABA01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0" name="Diagrama de flujo: conector 19">
              <a:extLst>
                <a:ext uri="{FF2B5EF4-FFF2-40B4-BE49-F238E27FC236}">
                  <a16:creationId xmlns:a16="http://schemas.microsoft.com/office/drawing/2014/main" id="{15E2BADC-605C-E383-D0BE-49597983F5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D6B723C0-E168-6FAA-0472-4078DB115DA9}"/>
              </a:ext>
            </a:extLst>
          </p:cNvPr>
          <p:cNvGrpSpPr/>
          <p:nvPr/>
        </p:nvGrpSpPr>
        <p:grpSpPr>
          <a:xfrm>
            <a:off x="577595" y="5097117"/>
            <a:ext cx="549128" cy="941326"/>
            <a:chOff x="739020" y="3313387"/>
            <a:chExt cx="549128" cy="941326"/>
          </a:xfrm>
        </p:grpSpPr>
        <p:sp>
          <p:nvSpPr>
            <p:cNvPr id="22" name="Cuerda 21">
              <a:extLst>
                <a:ext uri="{FF2B5EF4-FFF2-40B4-BE49-F238E27FC236}">
                  <a16:creationId xmlns:a16="http://schemas.microsoft.com/office/drawing/2014/main" id="{88E64491-8462-D6C3-E568-C2444C027A5C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3" name="Diagrama de flujo: conector 22">
              <a:extLst>
                <a:ext uri="{FF2B5EF4-FFF2-40B4-BE49-F238E27FC236}">
                  <a16:creationId xmlns:a16="http://schemas.microsoft.com/office/drawing/2014/main" id="{D905A0E6-892D-8190-DB9C-2C78A055CD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5D118F79-7679-7FAA-FD8A-9850A77CA6AF}"/>
              </a:ext>
            </a:extLst>
          </p:cNvPr>
          <p:cNvGrpSpPr/>
          <p:nvPr/>
        </p:nvGrpSpPr>
        <p:grpSpPr>
          <a:xfrm>
            <a:off x="577595" y="6038443"/>
            <a:ext cx="549128" cy="941326"/>
            <a:chOff x="739020" y="3313387"/>
            <a:chExt cx="549128" cy="941326"/>
          </a:xfrm>
        </p:grpSpPr>
        <p:sp>
          <p:nvSpPr>
            <p:cNvPr id="25" name="Cuerda 24">
              <a:extLst>
                <a:ext uri="{FF2B5EF4-FFF2-40B4-BE49-F238E27FC236}">
                  <a16:creationId xmlns:a16="http://schemas.microsoft.com/office/drawing/2014/main" id="{F7CDB066-2B44-45AF-6FD2-7132505C7B69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6" name="Diagrama de flujo: conector 25">
              <a:extLst>
                <a:ext uri="{FF2B5EF4-FFF2-40B4-BE49-F238E27FC236}">
                  <a16:creationId xmlns:a16="http://schemas.microsoft.com/office/drawing/2014/main" id="{EDDDBA72-1651-B159-A9B9-CF843EAA0B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4F4D3E8-DEED-5109-8A0A-F3BB736B6FE6}"/>
              </a:ext>
            </a:extLst>
          </p:cNvPr>
          <p:cNvCxnSpPr>
            <a:cxnSpLocks/>
          </p:cNvCxnSpPr>
          <p:nvPr/>
        </p:nvCxnSpPr>
        <p:spPr>
          <a:xfrm>
            <a:off x="630765" y="2656376"/>
            <a:ext cx="3644994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9C28F5B-2117-2D41-4321-77F8ACD783D3}"/>
              </a:ext>
            </a:extLst>
          </p:cNvPr>
          <p:cNvSpPr txBox="1"/>
          <p:nvPr/>
        </p:nvSpPr>
        <p:spPr>
          <a:xfrm>
            <a:off x="1402144" y="2892304"/>
            <a:ext cx="21146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Administrador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56FC1B8-F810-C6E4-81F0-F0EA979F477E}"/>
              </a:ext>
            </a:extLst>
          </p:cNvPr>
          <p:cNvSpPr txBox="1"/>
          <p:nvPr/>
        </p:nvSpPr>
        <p:spPr>
          <a:xfrm>
            <a:off x="1402144" y="3933573"/>
            <a:ext cx="12538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Técnico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F1F5487-F634-4BE0-612D-10F4D2A7D28F}"/>
              </a:ext>
            </a:extLst>
          </p:cNvPr>
          <p:cNvSpPr txBox="1"/>
          <p:nvPr/>
        </p:nvSpPr>
        <p:spPr>
          <a:xfrm>
            <a:off x="1427082" y="5023061"/>
            <a:ext cx="12843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Jefatura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6621317-3EE5-F106-DD30-CA92893C3CDC}"/>
              </a:ext>
            </a:extLst>
          </p:cNvPr>
          <p:cNvSpPr txBox="1"/>
          <p:nvPr/>
        </p:nvSpPr>
        <p:spPr>
          <a:xfrm>
            <a:off x="1427082" y="6010287"/>
            <a:ext cx="18036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Funcionario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F9C6D94-9F4A-5738-6C27-EB72C92D59A8}"/>
              </a:ext>
            </a:extLst>
          </p:cNvPr>
          <p:cNvSpPr txBox="1"/>
          <p:nvPr/>
        </p:nvSpPr>
        <p:spPr>
          <a:xfrm>
            <a:off x="1402144" y="3274972"/>
            <a:ext cx="352449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900" noProof="0" dirty="0">
                <a:solidFill>
                  <a:srgbClr val="63A8F6"/>
                </a:solidFill>
              </a:rPr>
              <a:t>Administración y configuración</a:t>
            </a:r>
            <a:endParaRPr lang="es-CL" noProof="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D537C6D-1339-54FA-BA45-0E8734B938FC}"/>
              </a:ext>
            </a:extLst>
          </p:cNvPr>
          <p:cNvSpPr txBox="1"/>
          <p:nvPr/>
        </p:nvSpPr>
        <p:spPr>
          <a:xfrm>
            <a:off x="1402144" y="4330425"/>
            <a:ext cx="352449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900" noProof="0" dirty="0">
                <a:solidFill>
                  <a:srgbClr val="63A8F6"/>
                </a:solidFill>
              </a:rPr>
              <a:t>Operación y control de activos</a:t>
            </a:r>
            <a:endParaRPr lang="es-CL" noProof="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2371C93-DD6C-D96C-0B0C-FE47E592283D}"/>
              </a:ext>
            </a:extLst>
          </p:cNvPr>
          <p:cNvSpPr txBox="1"/>
          <p:nvPr/>
        </p:nvSpPr>
        <p:spPr>
          <a:xfrm>
            <a:off x="1402144" y="5397502"/>
            <a:ext cx="352449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900" noProof="0" dirty="0">
                <a:solidFill>
                  <a:srgbClr val="63A8F6"/>
                </a:solidFill>
              </a:rPr>
              <a:t>Consulta y seguimiento</a:t>
            </a:r>
            <a:endParaRPr lang="es-CL" noProof="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5443000-0673-6A82-7F4B-6E8FCE2550E4}"/>
              </a:ext>
            </a:extLst>
          </p:cNvPr>
          <p:cNvSpPr txBox="1"/>
          <p:nvPr/>
        </p:nvSpPr>
        <p:spPr>
          <a:xfrm>
            <a:off x="1427082" y="6275513"/>
            <a:ext cx="423860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900" noProof="0" dirty="0">
                <a:solidFill>
                  <a:srgbClr val="63A8F6"/>
                </a:solidFill>
              </a:rPr>
              <a:t>Participación en entregas y devoluciones</a:t>
            </a:r>
            <a:endParaRPr lang="es-CL" noProof="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FB374F9-0690-8D4D-A24C-8A8D1845D943}"/>
              </a:ext>
            </a:extLst>
          </p:cNvPr>
          <p:cNvSpPr txBox="1"/>
          <p:nvPr/>
        </p:nvSpPr>
        <p:spPr>
          <a:xfrm>
            <a:off x="6141954" y="2102378"/>
            <a:ext cx="49327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Casos de uso del negocio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57280CF-E85B-35F7-02B1-57074032BB84}"/>
              </a:ext>
            </a:extLst>
          </p:cNvPr>
          <p:cNvCxnSpPr>
            <a:cxnSpLocks/>
          </p:cNvCxnSpPr>
          <p:nvPr/>
        </p:nvCxnSpPr>
        <p:spPr>
          <a:xfrm>
            <a:off x="6263712" y="2656376"/>
            <a:ext cx="4646523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3E0D2BF-767F-1CF7-4ECA-AAD54D0E8791}"/>
              </a:ext>
            </a:extLst>
          </p:cNvPr>
          <p:cNvSpPr txBox="1"/>
          <p:nvPr/>
        </p:nvSpPr>
        <p:spPr>
          <a:xfrm>
            <a:off x="7318850" y="2883841"/>
            <a:ext cx="21948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Recibir activos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0328516-FD10-BC13-534A-F2C925219B26}"/>
              </a:ext>
            </a:extLst>
          </p:cNvPr>
          <p:cNvSpPr txBox="1"/>
          <p:nvPr/>
        </p:nvSpPr>
        <p:spPr>
          <a:xfrm>
            <a:off x="7318850" y="3284847"/>
            <a:ext cx="315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noProof="0" dirty="0">
                <a:solidFill>
                  <a:srgbClr val="63A8F6"/>
                </a:solidFill>
              </a:rPr>
              <a:t>Registrar recepción e identificación</a:t>
            </a:r>
            <a:endParaRPr lang="es-CL" sz="1600" noProof="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C234426-32E5-C3D4-A3EE-3999B7F9B9DC}"/>
              </a:ext>
            </a:extLst>
          </p:cNvPr>
          <p:cNvSpPr txBox="1"/>
          <p:nvPr/>
        </p:nvSpPr>
        <p:spPr>
          <a:xfrm>
            <a:off x="7318850" y="5622358"/>
            <a:ext cx="29963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Registrar devolución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57128B1-3E55-2600-29FE-E5F1B35AE85F}"/>
              </a:ext>
            </a:extLst>
          </p:cNvPr>
          <p:cNvSpPr txBox="1"/>
          <p:nvPr/>
        </p:nvSpPr>
        <p:spPr>
          <a:xfrm>
            <a:off x="7318850" y="6023364"/>
            <a:ext cx="315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noProof="0" dirty="0">
                <a:solidFill>
                  <a:srgbClr val="63A8F6"/>
                </a:solidFill>
              </a:rPr>
              <a:t>Actualizar la disponibilidad del activo</a:t>
            </a:r>
            <a:endParaRPr lang="es-CL" sz="1600" noProof="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F57D341-96E7-D6FE-FBBE-68483F8A93A5}"/>
              </a:ext>
            </a:extLst>
          </p:cNvPr>
          <p:cNvSpPr txBox="1"/>
          <p:nvPr/>
        </p:nvSpPr>
        <p:spPr>
          <a:xfrm>
            <a:off x="7318850" y="4240113"/>
            <a:ext cx="20681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Generar actas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3B6CC69-B39A-AFBD-4D43-564E27B4CDB1}"/>
              </a:ext>
            </a:extLst>
          </p:cNvPr>
          <p:cNvSpPr txBox="1"/>
          <p:nvPr/>
        </p:nvSpPr>
        <p:spPr>
          <a:xfrm>
            <a:off x="7318850" y="4641119"/>
            <a:ext cx="315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noProof="0" dirty="0">
                <a:solidFill>
                  <a:srgbClr val="63A8F6"/>
                </a:solidFill>
              </a:rPr>
              <a:t>Respaldar documentalmente la operación</a:t>
            </a:r>
            <a:endParaRPr lang="es-CL" sz="1600" noProof="0" dirty="0"/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D2575EB6-1200-C4DE-8F2E-945A927E8DDE}"/>
              </a:ext>
            </a:extLst>
          </p:cNvPr>
          <p:cNvGrpSpPr/>
          <p:nvPr/>
        </p:nvGrpSpPr>
        <p:grpSpPr>
          <a:xfrm>
            <a:off x="11200915" y="3071651"/>
            <a:ext cx="549128" cy="941326"/>
            <a:chOff x="739020" y="3313387"/>
            <a:chExt cx="549128" cy="941326"/>
          </a:xfrm>
        </p:grpSpPr>
        <p:sp>
          <p:nvSpPr>
            <p:cNvPr id="45" name="Cuerda 44">
              <a:extLst>
                <a:ext uri="{FF2B5EF4-FFF2-40B4-BE49-F238E27FC236}">
                  <a16:creationId xmlns:a16="http://schemas.microsoft.com/office/drawing/2014/main" id="{E3B08BC4-66AA-6AE4-B246-1A8C76C7A9CA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46" name="Diagrama de flujo: conector 45">
              <a:extLst>
                <a:ext uri="{FF2B5EF4-FFF2-40B4-BE49-F238E27FC236}">
                  <a16:creationId xmlns:a16="http://schemas.microsoft.com/office/drawing/2014/main" id="{AD16E373-7230-50D1-0E73-F77FE1A3DF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01B7D9FA-C5A4-DAF5-0E74-017366893345}"/>
              </a:ext>
            </a:extLst>
          </p:cNvPr>
          <p:cNvGrpSpPr/>
          <p:nvPr/>
        </p:nvGrpSpPr>
        <p:grpSpPr>
          <a:xfrm>
            <a:off x="11544266" y="3314728"/>
            <a:ext cx="413864" cy="408695"/>
            <a:chOff x="11763691" y="3571762"/>
            <a:chExt cx="413864" cy="408695"/>
          </a:xfrm>
        </p:grpSpPr>
        <p:sp>
          <p:nvSpPr>
            <p:cNvPr id="48" name="Signo más 47">
              <a:extLst>
                <a:ext uri="{FF2B5EF4-FFF2-40B4-BE49-F238E27FC236}">
                  <a16:creationId xmlns:a16="http://schemas.microsoft.com/office/drawing/2014/main" id="{3C4C018A-FE79-0B29-DF5A-C9ED1760D8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63691" y="3571762"/>
              <a:ext cx="413864" cy="408695"/>
            </a:xfrm>
            <a:prstGeom prst="mathPlus">
              <a:avLst>
                <a:gd name="adj1" fmla="val 21389"/>
              </a:avLst>
            </a:prstGeom>
            <a:solidFill>
              <a:srgbClr val="022A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49" name="Signo más 48">
              <a:extLst>
                <a:ext uri="{FF2B5EF4-FFF2-40B4-BE49-F238E27FC236}">
                  <a16:creationId xmlns:a16="http://schemas.microsoft.com/office/drawing/2014/main" id="{D624AA25-7219-C7F9-227D-51914C0953F2}"/>
                </a:ext>
              </a:extLst>
            </p:cNvPr>
            <p:cNvSpPr/>
            <p:nvPr/>
          </p:nvSpPr>
          <p:spPr>
            <a:xfrm>
              <a:off x="11814444" y="3619227"/>
              <a:ext cx="313200" cy="311855"/>
            </a:xfrm>
            <a:prstGeom prst="mathPlus">
              <a:avLst>
                <a:gd name="adj1" fmla="val 8348"/>
              </a:avLst>
            </a:prstGeom>
            <a:solidFill>
              <a:srgbClr val="42DFF4"/>
            </a:solidFill>
            <a:ln cap="rnd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sp>
        <p:nvSpPr>
          <p:cNvPr id="50" name="CuadroTexto 49">
            <a:extLst>
              <a:ext uri="{FF2B5EF4-FFF2-40B4-BE49-F238E27FC236}">
                <a16:creationId xmlns:a16="http://schemas.microsoft.com/office/drawing/2014/main" id="{5A4941FE-CDB3-669C-13CF-5603EF6567C6}"/>
              </a:ext>
            </a:extLst>
          </p:cNvPr>
          <p:cNvSpPr txBox="1"/>
          <p:nvPr/>
        </p:nvSpPr>
        <p:spPr>
          <a:xfrm>
            <a:off x="12238069" y="5652463"/>
            <a:ext cx="33730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Reasignar o dar de baja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E050EBAF-8CBD-D8A3-04BB-E72C46A84030}"/>
              </a:ext>
            </a:extLst>
          </p:cNvPr>
          <p:cNvSpPr txBox="1"/>
          <p:nvPr/>
        </p:nvSpPr>
        <p:spPr>
          <a:xfrm>
            <a:off x="12238069" y="6053469"/>
            <a:ext cx="315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noProof="0" dirty="0">
                <a:solidFill>
                  <a:srgbClr val="63A8F6"/>
                </a:solidFill>
              </a:rPr>
              <a:t>Registrar el nuevo destino del activo</a:t>
            </a:r>
            <a:endParaRPr lang="es-CL" sz="1600" noProof="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7AFEA72-A987-7F24-2DE1-1BC87FE185C3}"/>
              </a:ext>
            </a:extLst>
          </p:cNvPr>
          <p:cNvSpPr txBox="1"/>
          <p:nvPr/>
        </p:nvSpPr>
        <p:spPr>
          <a:xfrm>
            <a:off x="12160747" y="2863520"/>
            <a:ext cx="22894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Asignar activos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DB4558F-8470-094C-03DB-8E3F03BA8A59}"/>
              </a:ext>
            </a:extLst>
          </p:cNvPr>
          <p:cNvSpPr txBox="1"/>
          <p:nvPr/>
        </p:nvSpPr>
        <p:spPr>
          <a:xfrm>
            <a:off x="12160747" y="3264526"/>
            <a:ext cx="315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noProof="0" dirty="0">
                <a:solidFill>
                  <a:srgbClr val="63A8F6"/>
                </a:solidFill>
              </a:rPr>
              <a:t>Vincular un activo con su responsable</a:t>
            </a:r>
            <a:endParaRPr lang="es-CL" sz="1600" noProof="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68B841C-191D-3756-0AD0-7C034B5D6189}"/>
              </a:ext>
            </a:extLst>
          </p:cNvPr>
          <p:cNvSpPr txBox="1"/>
          <p:nvPr/>
        </p:nvSpPr>
        <p:spPr>
          <a:xfrm>
            <a:off x="12160747" y="4240113"/>
            <a:ext cx="26821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Consultar historial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96DAA50-6D87-D1D2-E7C3-1B657596C1BF}"/>
              </a:ext>
            </a:extLst>
          </p:cNvPr>
          <p:cNvSpPr txBox="1"/>
          <p:nvPr/>
        </p:nvSpPr>
        <p:spPr>
          <a:xfrm>
            <a:off x="12160747" y="4641119"/>
            <a:ext cx="315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noProof="0" dirty="0">
                <a:solidFill>
                  <a:srgbClr val="63A8F6"/>
                </a:solidFill>
              </a:rPr>
              <a:t>Revisar movimientos de un activo</a:t>
            </a:r>
            <a:endParaRPr lang="es-CL" sz="1600" noProof="0" dirty="0"/>
          </a:p>
        </p:txBody>
      </p:sp>
      <p:pic>
        <p:nvPicPr>
          <p:cNvPr id="56" name="Gráfico 55" descr="Box contorno">
            <a:extLst>
              <a:ext uri="{FF2B5EF4-FFF2-40B4-BE49-F238E27FC236}">
                <a16:creationId xmlns:a16="http://schemas.microsoft.com/office/drawing/2014/main" id="{E0776A31-5A7B-5482-ED0E-71E81B202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80" y="2949114"/>
            <a:ext cx="861960" cy="845262"/>
          </a:xfrm>
          <a:prstGeom prst="rect">
            <a:avLst/>
          </a:prstGeom>
        </p:spPr>
      </p:pic>
      <p:pic>
        <p:nvPicPr>
          <p:cNvPr id="57" name="Gráfico 56" descr="Paper contorno">
            <a:extLst>
              <a:ext uri="{FF2B5EF4-FFF2-40B4-BE49-F238E27FC236}">
                <a16:creationId xmlns:a16="http://schemas.microsoft.com/office/drawing/2014/main" id="{90932FBD-BBDB-09C0-1FDF-4BBC532B41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680" y="4268751"/>
            <a:ext cx="861960" cy="804497"/>
          </a:xfrm>
          <a:prstGeom prst="rect">
            <a:avLst/>
          </a:prstGeom>
        </p:spPr>
      </p:pic>
      <p:grpSp>
        <p:nvGrpSpPr>
          <p:cNvPr id="58" name="Grupo 57">
            <a:extLst>
              <a:ext uri="{FF2B5EF4-FFF2-40B4-BE49-F238E27FC236}">
                <a16:creationId xmlns:a16="http://schemas.microsoft.com/office/drawing/2014/main" id="{FB17188E-B9E0-CB1D-B9B6-466AB534BB2E}"/>
              </a:ext>
            </a:extLst>
          </p:cNvPr>
          <p:cNvGrpSpPr/>
          <p:nvPr/>
        </p:nvGrpSpPr>
        <p:grpSpPr>
          <a:xfrm>
            <a:off x="420624" y="6984343"/>
            <a:ext cx="14907883" cy="1001151"/>
            <a:chOff x="549595" y="6561798"/>
            <a:chExt cx="14860014" cy="1197431"/>
          </a:xfrm>
        </p:grpSpPr>
        <p:sp>
          <p:nvSpPr>
            <p:cNvPr id="59" name="Rectángulo: esquinas redondeadas 58">
              <a:extLst>
                <a:ext uri="{FF2B5EF4-FFF2-40B4-BE49-F238E27FC236}">
                  <a16:creationId xmlns:a16="http://schemas.microsoft.com/office/drawing/2014/main" id="{13968F56-B0B2-3033-F405-01806CB04315}"/>
                </a:ext>
              </a:extLst>
            </p:cNvPr>
            <p:cNvSpPr/>
            <p:nvPr/>
          </p:nvSpPr>
          <p:spPr>
            <a:xfrm>
              <a:off x="637694" y="6561798"/>
              <a:ext cx="14771915" cy="1197427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656000" rtlCol="0" anchor="ctr"/>
            <a:lstStyle/>
            <a:p>
              <a:r>
                <a:rPr lang="es-CL" sz="1600" spc="300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Escenario que se desarrolla a continuación</a:t>
              </a:r>
            </a:p>
            <a:p>
              <a:r>
                <a:rPr lang="es-CL" sz="2400" b="1" spc="300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Autenticación de usuarios en GATI</a:t>
              </a:r>
            </a:p>
          </p:txBody>
        </p:sp>
        <p:sp>
          <p:nvSpPr>
            <p:cNvPr id="60" name="Rectángulo: esquinas superiores redondeadas 59">
              <a:extLst>
                <a:ext uri="{FF2B5EF4-FFF2-40B4-BE49-F238E27FC236}">
                  <a16:creationId xmlns:a16="http://schemas.microsoft.com/office/drawing/2014/main" id="{D888FD54-FBEA-10F0-0932-ACF215DD5A1B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D2FB3E25-6F9E-4D42-18E7-88C14A907BD0}"/>
              </a:ext>
            </a:extLst>
          </p:cNvPr>
          <p:cNvCxnSpPr>
            <a:cxnSpLocks/>
          </p:cNvCxnSpPr>
          <p:nvPr/>
        </p:nvCxnSpPr>
        <p:spPr>
          <a:xfrm flipV="1">
            <a:off x="1705167" y="7207033"/>
            <a:ext cx="0" cy="568311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Diagrama de flujo: conector 62">
            <a:extLst>
              <a:ext uri="{FF2B5EF4-FFF2-40B4-BE49-F238E27FC236}">
                <a16:creationId xmlns:a16="http://schemas.microsoft.com/office/drawing/2014/main" id="{A5CDC656-8217-8265-5E63-A968EC7ECA41}"/>
              </a:ext>
            </a:extLst>
          </p:cNvPr>
          <p:cNvSpPr>
            <a:spLocks noChangeAspect="1"/>
          </p:cNvSpPr>
          <p:nvPr/>
        </p:nvSpPr>
        <p:spPr>
          <a:xfrm>
            <a:off x="820416" y="7214919"/>
            <a:ext cx="540000" cy="540000"/>
          </a:xfrm>
          <a:prstGeom prst="flowChartConnector">
            <a:avLst/>
          </a:prstGeom>
          <a:solidFill>
            <a:srgbClr val="02C2DE"/>
          </a:solidFill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65" name="Gráfico 64" descr="Document contorno">
            <a:extLst>
              <a:ext uri="{FF2B5EF4-FFF2-40B4-BE49-F238E27FC236}">
                <a16:creationId xmlns:a16="http://schemas.microsoft.com/office/drawing/2014/main" id="{4BBF7468-80EC-C412-D6E9-816324668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07482" y="4300885"/>
            <a:ext cx="824221" cy="768603"/>
          </a:xfrm>
          <a:prstGeom prst="rect">
            <a:avLst/>
          </a:prstGeom>
        </p:spPr>
      </p:pic>
      <p:pic>
        <p:nvPicPr>
          <p:cNvPr id="66" name="Gráfico 65" descr="Refresh contorno">
            <a:extLst>
              <a:ext uri="{FF2B5EF4-FFF2-40B4-BE49-F238E27FC236}">
                <a16:creationId xmlns:a16="http://schemas.microsoft.com/office/drawing/2014/main" id="{8ADB5D55-E403-46D1-02CE-A527AEACF2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71457">
            <a:off x="6230985" y="5686607"/>
            <a:ext cx="828000" cy="828000"/>
          </a:xfrm>
          <a:prstGeom prst="rect">
            <a:avLst/>
          </a:prstGeom>
        </p:spPr>
      </p:pic>
      <p:grpSp>
        <p:nvGrpSpPr>
          <p:cNvPr id="67" name="Grupo 66">
            <a:extLst>
              <a:ext uri="{FF2B5EF4-FFF2-40B4-BE49-F238E27FC236}">
                <a16:creationId xmlns:a16="http://schemas.microsoft.com/office/drawing/2014/main" id="{998514C5-F19C-B227-9A9A-F07EB996BB79}"/>
              </a:ext>
            </a:extLst>
          </p:cNvPr>
          <p:cNvGrpSpPr>
            <a:grpSpLocks noChangeAspect="1"/>
          </p:cNvGrpSpPr>
          <p:nvPr/>
        </p:nvGrpSpPr>
        <p:grpSpPr>
          <a:xfrm>
            <a:off x="11182425" y="5735100"/>
            <a:ext cx="684000" cy="847996"/>
            <a:chOff x="17269722" y="6257787"/>
            <a:chExt cx="914400" cy="1133636"/>
          </a:xfrm>
          <a:solidFill>
            <a:srgbClr val="39F0FF"/>
          </a:solidFill>
        </p:grpSpPr>
        <p:pic>
          <p:nvPicPr>
            <p:cNvPr id="68" name="Gráfico 67" descr="Arrow Up con relleno sólido">
              <a:extLst>
                <a:ext uri="{FF2B5EF4-FFF2-40B4-BE49-F238E27FC236}">
                  <a16:creationId xmlns:a16="http://schemas.microsoft.com/office/drawing/2014/main" id="{6B673CE8-5255-FA57-DBCE-2950DBABF8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269722" y="6257787"/>
              <a:ext cx="914400" cy="914400"/>
            </a:xfrm>
            <a:prstGeom prst="rect">
              <a:avLst/>
            </a:prstGeom>
          </p:spPr>
        </p:pic>
        <p:pic>
          <p:nvPicPr>
            <p:cNvPr id="69" name="Gráfico 68" descr="Fork In Road con relleno sólido">
              <a:extLst>
                <a:ext uri="{FF2B5EF4-FFF2-40B4-BE49-F238E27FC236}">
                  <a16:creationId xmlns:a16="http://schemas.microsoft.com/office/drawing/2014/main" id="{ECC84ABA-FBCB-DD76-A569-450B12594A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7269722" y="6477023"/>
              <a:ext cx="914400" cy="914400"/>
            </a:xfrm>
            <a:prstGeom prst="rect">
              <a:avLst/>
            </a:prstGeom>
          </p:spPr>
        </p:pic>
      </p:grpSp>
      <p:sp>
        <p:nvSpPr>
          <p:cNvPr id="70" name="Diagrama de flujo: conector 69">
            <a:extLst>
              <a:ext uri="{FF2B5EF4-FFF2-40B4-BE49-F238E27FC236}">
                <a16:creationId xmlns:a16="http://schemas.microsoft.com/office/drawing/2014/main" id="{DC81012F-D918-65C4-8159-406DA7A8E5F3}"/>
              </a:ext>
            </a:extLst>
          </p:cNvPr>
          <p:cNvSpPr>
            <a:spLocks noChangeAspect="1"/>
          </p:cNvSpPr>
          <p:nvPr/>
        </p:nvSpPr>
        <p:spPr>
          <a:xfrm>
            <a:off x="11560664" y="4686589"/>
            <a:ext cx="310348" cy="310348"/>
          </a:xfrm>
          <a:prstGeom prst="flowChartConnector">
            <a:avLst/>
          </a:prstGeom>
          <a:solidFill>
            <a:srgbClr val="022A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71" name="Gráfico 70" descr="Magnifying glass con relleno sólido">
            <a:extLst>
              <a:ext uri="{FF2B5EF4-FFF2-40B4-BE49-F238E27FC236}">
                <a16:creationId xmlns:a16="http://schemas.microsoft.com/office/drawing/2014/main" id="{904097C3-E0C6-DC7F-147E-82F55FE8B7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34245" y="4661369"/>
            <a:ext cx="453982" cy="453982"/>
          </a:xfrm>
          <a:prstGeom prst="rect">
            <a:avLst/>
          </a:prstGeom>
        </p:spPr>
      </p:pic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3B95E8C9-7EA4-A3D3-A9D2-E30D59F96243}"/>
              </a:ext>
            </a:extLst>
          </p:cNvPr>
          <p:cNvCxnSpPr>
            <a:cxnSpLocks/>
          </p:cNvCxnSpPr>
          <p:nvPr/>
        </p:nvCxnSpPr>
        <p:spPr>
          <a:xfrm>
            <a:off x="576936" y="1317476"/>
            <a:ext cx="1147446" cy="0"/>
          </a:xfrm>
          <a:prstGeom prst="line">
            <a:avLst/>
          </a:prstGeom>
          <a:ln w="76200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uadroTexto 73">
            <a:extLst>
              <a:ext uri="{FF2B5EF4-FFF2-40B4-BE49-F238E27FC236}">
                <a16:creationId xmlns:a16="http://schemas.microsoft.com/office/drawing/2014/main" id="{6F7604B8-15D5-0267-3886-6C9356E904B8}"/>
              </a:ext>
            </a:extLst>
          </p:cNvPr>
          <p:cNvSpPr txBox="1"/>
          <p:nvPr/>
        </p:nvSpPr>
        <p:spPr>
          <a:xfrm>
            <a:off x="420624" y="451920"/>
            <a:ext cx="135793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b="1" dirty="0">
                <a:solidFill>
                  <a:schemeClr val="bg1"/>
                </a:solidFill>
                <a:latin typeface="Arial Black" panose="020B0A04020102020204" pitchFamily="34" charset="0"/>
              </a:rPr>
              <a:t>Escenarios y casos de uso principales</a:t>
            </a:r>
          </a:p>
        </p:txBody>
      </p:sp>
      <p:sp>
        <p:nvSpPr>
          <p:cNvPr id="75" name="Diseño e Inicio del Desarrollo">
            <a:extLst>
              <a:ext uri="{FF2B5EF4-FFF2-40B4-BE49-F238E27FC236}">
                <a16:creationId xmlns:a16="http://schemas.microsoft.com/office/drawing/2014/main" id="{8BAA3766-3023-BE6D-E0BB-9654A7243743}"/>
              </a:ext>
            </a:extLst>
          </p:cNvPr>
          <p:cNvSpPr>
            <a:spLocks noGrp="1"/>
          </p:cNvSpPr>
          <p:nvPr/>
        </p:nvSpPr>
        <p:spPr>
          <a:xfrm>
            <a:off x="576935" y="1585233"/>
            <a:ext cx="12141538" cy="445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r>
              <a:rPr lang="es-CL" sz="240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Interacciones que orientan el diseño de la solución</a:t>
            </a:r>
          </a:p>
        </p:txBody>
      </p:sp>
      <p:pic>
        <p:nvPicPr>
          <p:cNvPr id="77" name="Gráfico 76" descr="Caret Right con relleno sólido">
            <a:extLst>
              <a:ext uri="{FF2B5EF4-FFF2-40B4-BE49-F238E27FC236}">
                <a16:creationId xmlns:a16="http://schemas.microsoft.com/office/drawing/2014/main" id="{03953537-31D2-5A03-4660-3D51A4719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4524" y="7189916"/>
            <a:ext cx="576000" cy="576000"/>
          </a:xfrm>
          <a:prstGeom prst="rect">
            <a:avLst/>
          </a:prstGeom>
        </p:spPr>
      </p:pic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A4E69C05-E3D7-EA2B-1855-3405C29D8382}"/>
              </a:ext>
            </a:extLst>
          </p:cNvPr>
          <p:cNvCxnSpPr/>
          <p:nvPr/>
        </p:nvCxnSpPr>
        <p:spPr>
          <a:xfrm>
            <a:off x="946416" y="7477916"/>
            <a:ext cx="288000" cy="0"/>
          </a:xfrm>
          <a:prstGeom prst="line">
            <a:avLst/>
          </a:prstGeom>
          <a:ln w="38100">
            <a:solidFill>
              <a:srgbClr val="061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812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A5B1E26B-5D88-10E8-1BC8-B7705C697AE3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B62EA278-F92C-9E2C-E399-713BBC61CEE1}"/>
                </a:ext>
              </a:extLst>
            </p:cNvPr>
            <p:cNvGrpSpPr/>
            <p:nvPr/>
          </p:nvGrpSpPr>
          <p:grpSpPr>
            <a:xfrm>
              <a:off x="0" y="0"/>
              <a:ext cx="15925800" cy="8963025"/>
              <a:chOff x="0" y="0"/>
              <a:chExt cx="15925800" cy="8963025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774BB2B2-CEE6-9AFB-4091-CE5CB69073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5925800" cy="8963025"/>
              </a:xfrm>
              <a:prstGeom prst="rect">
                <a:avLst/>
              </a:prstGeom>
            </p:spPr>
          </p:pic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F1EECA13-9442-B8CB-1DFF-F6EC651DC178}"/>
                  </a:ext>
                </a:extLst>
              </p:cNvPr>
              <p:cNvGrpSpPr/>
              <p:nvPr/>
            </p:nvGrpSpPr>
            <p:grpSpPr>
              <a:xfrm>
                <a:off x="420624" y="128351"/>
                <a:ext cx="15178836" cy="8609986"/>
                <a:chOff x="420624" y="128351"/>
                <a:chExt cx="15178836" cy="8609986"/>
              </a:xfrm>
            </p:grpSpPr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9F06639A-75E0-A620-C023-0A5EDE4F302D}"/>
                    </a:ext>
                  </a:extLst>
                </p:cNvPr>
                <p:cNvSpPr txBox="1"/>
                <p:nvPr/>
              </p:nvSpPr>
              <p:spPr>
                <a:xfrm>
                  <a:off x="744813" y="128351"/>
                  <a:ext cx="26480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GATI </a:t>
                  </a:r>
                  <a:r>
                    <a:rPr lang="es-CL" sz="2400" b="1" spc="300" noProof="0" dirty="0">
                      <a:solidFill>
                        <a:schemeClr val="bg1"/>
                      </a:solidFill>
                      <a:cs typeface="Arial" panose="020B0604020202020204" pitchFamily="34" charset="0"/>
                    </a:rPr>
                    <a:t>·</a:t>
                  </a:r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ENTREGA 2</a:t>
                  </a:r>
                </a:p>
              </p:txBody>
            </p:sp>
            <p:cxnSp>
              <p:nvCxnSpPr>
                <p:cNvPr id="9" name="Conector recto 8">
                  <a:extLst>
                    <a:ext uri="{FF2B5EF4-FFF2-40B4-BE49-F238E27FC236}">
                      <a16:creationId xmlns:a16="http://schemas.microsoft.com/office/drawing/2014/main" id="{1B107F6C-BA5A-A674-67FE-E92BC7472D42}"/>
                    </a:ext>
                  </a:extLst>
                </p:cNvPr>
                <p:cNvCxnSpPr/>
                <p:nvPr/>
              </p:nvCxnSpPr>
              <p:spPr>
                <a:xfrm>
                  <a:off x="420624" y="8221260"/>
                  <a:ext cx="15012000" cy="0"/>
                </a:xfrm>
                <a:prstGeom prst="line">
                  <a:avLst/>
                </a:prstGeom>
                <a:ln w="41275" cap="rnd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AE7F2B25-D993-20F9-A178-8CAB840D4D95}"/>
                    </a:ext>
                  </a:extLst>
                </p:cNvPr>
                <p:cNvSpPr txBox="1"/>
                <p:nvPr/>
              </p:nvSpPr>
              <p:spPr>
                <a:xfrm>
                  <a:off x="5522552" y="8445949"/>
                  <a:ext cx="4880695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300" spc="300" noProof="0" dirty="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rPr>
                    <a:t>CAPSTONE · INGENIERÍA EN INFORMÁTICA</a:t>
                  </a: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A11B4CFE-6E9C-0962-2404-FD7114AB126E}"/>
                    </a:ext>
                  </a:extLst>
                </p:cNvPr>
                <p:cNvSpPr txBox="1"/>
                <p:nvPr/>
              </p:nvSpPr>
              <p:spPr>
                <a:xfrm>
                  <a:off x="15110224" y="8343728"/>
                  <a:ext cx="4892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CL"/>
                  </a:defPPr>
                  <a:lvl1pPr>
                    <a:defRPr sz="1300" spc="30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s-CL" sz="1600" noProof="0" dirty="0"/>
                    <a:t>12</a:t>
                  </a:r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856D343-A6CD-647D-2AC6-C844D97964C0}"/>
                  </a:ext>
                </a:extLst>
              </p:cNvPr>
              <p:cNvSpPr txBox="1"/>
              <p:nvPr/>
            </p:nvSpPr>
            <p:spPr>
              <a:xfrm>
                <a:off x="420624" y="8461338"/>
                <a:ext cx="22599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2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TI – ONE SOLUTION</a:t>
                </a:r>
              </a:p>
            </p:txBody>
          </p:sp>
        </p:grp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50EE405B-6C68-6B0B-914E-37F098863D11}"/>
                </a:ext>
              </a:extLst>
            </p:cNvPr>
            <p:cNvCxnSpPr>
              <a:cxnSpLocks/>
            </p:cNvCxnSpPr>
            <p:nvPr/>
          </p:nvCxnSpPr>
          <p:spPr>
            <a:xfrm>
              <a:off x="635398" y="1243356"/>
              <a:ext cx="1147446" cy="0"/>
            </a:xfrm>
            <a:prstGeom prst="line">
              <a:avLst/>
            </a:prstGeom>
            <a:ln w="76200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18EBF24-1A5A-B76C-79CB-EEDF1C645721}"/>
              </a:ext>
            </a:extLst>
          </p:cNvPr>
          <p:cNvSpPr/>
          <p:nvPr/>
        </p:nvSpPr>
        <p:spPr>
          <a:xfrm>
            <a:off x="401641" y="1995778"/>
            <a:ext cx="5481650" cy="5025719"/>
          </a:xfrm>
          <a:prstGeom prst="roundRect">
            <a:avLst>
              <a:gd name="adj" fmla="val 1546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Diseño e Inicio del Desarrollo">
            <a:extLst>
              <a:ext uri="{FF2B5EF4-FFF2-40B4-BE49-F238E27FC236}">
                <a16:creationId xmlns:a16="http://schemas.microsoft.com/office/drawing/2014/main" id="{D18CACD2-5FC6-11E2-3FD8-9BC628C2A2BD}"/>
              </a:ext>
            </a:extLst>
          </p:cNvPr>
          <p:cNvSpPr>
            <a:spLocks noGrp="1"/>
          </p:cNvSpPr>
          <p:nvPr/>
        </p:nvSpPr>
        <p:spPr>
          <a:xfrm>
            <a:off x="509006" y="1347671"/>
            <a:ext cx="11205887" cy="4304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4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Acceso de administradores y técnicos a GATI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9F4067E-4CF5-C920-AA02-4ED6A9178FBE}"/>
              </a:ext>
            </a:extLst>
          </p:cNvPr>
          <p:cNvSpPr txBox="1"/>
          <p:nvPr/>
        </p:nvSpPr>
        <p:spPr>
          <a:xfrm>
            <a:off x="555047" y="2091255"/>
            <a:ext cx="4403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spc="-15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Condiciones de entrada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2E36AF-FA5C-389A-E735-D2D371625B1E}"/>
              </a:ext>
            </a:extLst>
          </p:cNvPr>
          <p:cNvSpPr txBox="1"/>
          <p:nvPr/>
        </p:nvSpPr>
        <p:spPr>
          <a:xfrm>
            <a:off x="645652" y="2774980"/>
            <a:ext cx="4129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spc="-15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Actores principales</a:t>
            </a:r>
          </a:p>
          <a:p>
            <a:r>
              <a:rPr lang="es-CL" sz="2000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Administrador y técnico de soporte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98924BA-730B-B9C1-478A-9B155A64BB2B}"/>
              </a:ext>
            </a:extLst>
          </p:cNvPr>
          <p:cNvSpPr txBox="1"/>
          <p:nvPr/>
        </p:nvSpPr>
        <p:spPr>
          <a:xfrm>
            <a:off x="645652" y="3838511"/>
            <a:ext cx="2548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Precondiciones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3271145-2565-FBB0-6587-5DF5B4635E30}"/>
              </a:ext>
            </a:extLst>
          </p:cNvPr>
          <p:cNvSpPr txBox="1"/>
          <p:nvPr/>
        </p:nvSpPr>
        <p:spPr>
          <a:xfrm>
            <a:off x="1027456" y="4237471"/>
            <a:ext cx="367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rgbClr val="02C2DE"/>
                </a:solidFill>
              </a:rPr>
              <a:t>Cuenta registrada en el sistema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CFD8657-E6FA-31AE-8CD0-C09E6E973E9D}"/>
              </a:ext>
            </a:extLst>
          </p:cNvPr>
          <p:cNvSpPr txBox="1"/>
          <p:nvPr/>
        </p:nvSpPr>
        <p:spPr>
          <a:xfrm>
            <a:off x="1027456" y="4570794"/>
            <a:ext cx="2659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rgbClr val="02C2DE"/>
                </a:solidFill>
              </a:rPr>
              <a:t>Acceso a la aplicación</a:t>
            </a:r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5B45A7D3-4DBF-72F8-7E5A-27B952AA426E}"/>
              </a:ext>
            </a:extLst>
          </p:cNvPr>
          <p:cNvSpPr>
            <a:spLocks noChangeAspect="1"/>
          </p:cNvSpPr>
          <p:nvPr/>
        </p:nvSpPr>
        <p:spPr>
          <a:xfrm>
            <a:off x="746554" y="4348101"/>
            <a:ext cx="180000" cy="180000"/>
          </a:xfrm>
          <a:prstGeom prst="flowChartConnector">
            <a:avLst/>
          </a:prstGeom>
          <a:gradFill flip="none" rotWithShape="1">
            <a:gsLst>
              <a:gs pos="0">
                <a:srgbClr val="37DCF1"/>
              </a:gs>
              <a:gs pos="84000">
                <a:srgbClr val="0A93A6"/>
              </a:gs>
              <a:gs pos="89000">
                <a:srgbClr val="42DFF4"/>
              </a:gs>
              <a:gs pos="100000">
                <a:srgbClr val="A4F0FA"/>
              </a:gs>
            </a:gsLst>
            <a:path path="circle">
              <a:fillToRect l="100000" t="100000"/>
            </a:path>
            <a:tileRect r="-100000" b="-100000"/>
          </a:gradFill>
          <a:ln w="28575" cap="rnd">
            <a:noFill/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CFC9B65C-C8A2-1198-AC9D-0E5F838C286A}"/>
              </a:ext>
            </a:extLst>
          </p:cNvPr>
          <p:cNvSpPr>
            <a:spLocks noChangeAspect="1"/>
          </p:cNvSpPr>
          <p:nvPr/>
        </p:nvSpPr>
        <p:spPr>
          <a:xfrm>
            <a:off x="738107" y="4725807"/>
            <a:ext cx="180000" cy="180000"/>
          </a:xfrm>
          <a:prstGeom prst="flowChartConnector">
            <a:avLst/>
          </a:prstGeom>
          <a:gradFill flip="none" rotWithShape="1">
            <a:gsLst>
              <a:gs pos="0">
                <a:srgbClr val="37DCF1"/>
              </a:gs>
              <a:gs pos="84000">
                <a:srgbClr val="0A93A6"/>
              </a:gs>
              <a:gs pos="89000">
                <a:srgbClr val="42DFF4"/>
              </a:gs>
              <a:gs pos="100000">
                <a:srgbClr val="A4F0FA"/>
              </a:gs>
            </a:gsLst>
            <a:path path="circle">
              <a:fillToRect l="100000" t="100000"/>
            </a:path>
            <a:tileRect r="-100000" b="-100000"/>
          </a:gradFill>
          <a:ln w="28575" cap="rnd">
            <a:noFill/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1C9A4B8C-B132-8933-9A0A-C162F9A4BDC4}"/>
              </a:ext>
            </a:extLst>
          </p:cNvPr>
          <p:cNvSpPr>
            <a:spLocks noChangeAspect="1"/>
          </p:cNvSpPr>
          <p:nvPr/>
        </p:nvSpPr>
        <p:spPr>
          <a:xfrm>
            <a:off x="746554" y="5062874"/>
            <a:ext cx="180000" cy="180000"/>
          </a:xfrm>
          <a:prstGeom prst="flowChartConnector">
            <a:avLst/>
          </a:prstGeom>
          <a:gradFill flip="none" rotWithShape="1">
            <a:gsLst>
              <a:gs pos="0">
                <a:srgbClr val="37DCF1"/>
              </a:gs>
              <a:gs pos="84000">
                <a:srgbClr val="0A93A6"/>
              </a:gs>
              <a:gs pos="89000">
                <a:srgbClr val="42DFF4"/>
              </a:gs>
              <a:gs pos="100000">
                <a:srgbClr val="A4F0FA"/>
              </a:gs>
            </a:gsLst>
            <a:path path="circle">
              <a:fillToRect l="100000" t="100000"/>
            </a:path>
            <a:tileRect r="-100000" b="-100000"/>
          </a:gradFill>
          <a:ln w="28575" cap="rnd">
            <a:noFill/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0EABC83-D3E9-DF15-059C-08774CD2E843}"/>
              </a:ext>
            </a:extLst>
          </p:cNvPr>
          <p:cNvSpPr txBox="1"/>
          <p:nvPr/>
        </p:nvSpPr>
        <p:spPr>
          <a:xfrm>
            <a:off x="645652" y="5688404"/>
            <a:ext cx="1619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rgbClr val="39F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Propósito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A747762-4DA2-647E-2703-BA12A919E840}"/>
              </a:ext>
            </a:extLst>
          </p:cNvPr>
          <p:cNvSpPr txBox="1"/>
          <p:nvPr/>
        </p:nvSpPr>
        <p:spPr>
          <a:xfrm>
            <a:off x="645652" y="6088612"/>
            <a:ext cx="44755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900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Verificar la identidad del usuario y permitir el acceso según su rol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FFE20253-A3BA-1E98-CA53-C160E98AB664}"/>
              </a:ext>
            </a:extLst>
          </p:cNvPr>
          <p:cNvCxnSpPr>
            <a:cxnSpLocks/>
          </p:cNvCxnSpPr>
          <p:nvPr/>
        </p:nvCxnSpPr>
        <p:spPr>
          <a:xfrm>
            <a:off x="674316" y="2716576"/>
            <a:ext cx="4924400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522D1C2-FEF7-B898-F92C-215232901341}"/>
              </a:ext>
            </a:extLst>
          </p:cNvPr>
          <p:cNvCxnSpPr>
            <a:cxnSpLocks/>
          </p:cNvCxnSpPr>
          <p:nvPr/>
        </p:nvCxnSpPr>
        <p:spPr>
          <a:xfrm>
            <a:off x="674316" y="3723818"/>
            <a:ext cx="4924400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36C04267-807C-2CD4-DD37-3005D827DDCE}"/>
              </a:ext>
            </a:extLst>
          </p:cNvPr>
          <p:cNvCxnSpPr>
            <a:cxnSpLocks/>
          </p:cNvCxnSpPr>
          <p:nvPr/>
        </p:nvCxnSpPr>
        <p:spPr>
          <a:xfrm>
            <a:off x="732268" y="5540355"/>
            <a:ext cx="4924400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485045C-9E32-69B5-4D6B-F70A79AAE328}"/>
              </a:ext>
            </a:extLst>
          </p:cNvPr>
          <p:cNvSpPr txBox="1"/>
          <p:nvPr/>
        </p:nvSpPr>
        <p:spPr>
          <a:xfrm>
            <a:off x="6161095" y="1758561"/>
            <a:ext cx="26388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 principal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6698FA9-FFBB-619B-541E-43CDE2867376}"/>
              </a:ext>
            </a:extLst>
          </p:cNvPr>
          <p:cNvCxnSpPr>
            <a:cxnSpLocks/>
          </p:cNvCxnSpPr>
          <p:nvPr/>
        </p:nvCxnSpPr>
        <p:spPr>
          <a:xfrm>
            <a:off x="6284932" y="2291381"/>
            <a:ext cx="8892000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41DB42E-7078-A9BE-279F-1F6862397D38}"/>
              </a:ext>
            </a:extLst>
          </p:cNvPr>
          <p:cNvSpPr txBox="1"/>
          <p:nvPr/>
        </p:nvSpPr>
        <p:spPr>
          <a:xfrm>
            <a:off x="7314721" y="2446021"/>
            <a:ext cx="2635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Ingresar credenciales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340C8BD-F457-F4DB-577A-690AB41F1755}"/>
              </a:ext>
            </a:extLst>
          </p:cNvPr>
          <p:cNvSpPr txBox="1"/>
          <p:nvPr/>
        </p:nvSpPr>
        <p:spPr>
          <a:xfrm>
            <a:off x="7300287" y="2781007"/>
            <a:ext cx="469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usuario introduce su correo y contraseña.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7978925-E3E8-4472-EB0C-D75CD0F841B9}"/>
              </a:ext>
            </a:extLst>
          </p:cNvPr>
          <p:cNvSpPr txBox="1"/>
          <p:nvPr/>
        </p:nvSpPr>
        <p:spPr>
          <a:xfrm>
            <a:off x="7314721" y="5087939"/>
            <a:ext cx="1681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Iniciar sesión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24F7A11-9B5C-A700-2C66-2A1C6FABDEB4}"/>
              </a:ext>
            </a:extLst>
          </p:cNvPr>
          <p:cNvSpPr txBox="1"/>
          <p:nvPr/>
        </p:nvSpPr>
        <p:spPr>
          <a:xfrm>
            <a:off x="7300287" y="5422925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muestra la interfaz correspondiente a su rol.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40FA8A8-2C2E-0CE1-6ADD-EE3FD1405E02}"/>
              </a:ext>
            </a:extLst>
          </p:cNvPr>
          <p:cNvSpPr txBox="1"/>
          <p:nvPr/>
        </p:nvSpPr>
        <p:spPr>
          <a:xfrm>
            <a:off x="7329155" y="3309088"/>
            <a:ext cx="2477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Validar credenciales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CFB2767-613A-FDF6-60C8-F32E30FDB2BF}"/>
              </a:ext>
            </a:extLst>
          </p:cNvPr>
          <p:cNvSpPr txBox="1"/>
          <p:nvPr/>
        </p:nvSpPr>
        <p:spPr>
          <a:xfrm>
            <a:off x="7314721" y="3644074"/>
            <a:ext cx="4660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sistema verifica la información de acceso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1C09E8D-AF48-F625-7C2D-DF0C9E6BC385}"/>
              </a:ext>
            </a:extLst>
          </p:cNvPr>
          <p:cNvSpPr txBox="1"/>
          <p:nvPr/>
        </p:nvSpPr>
        <p:spPr>
          <a:xfrm>
            <a:off x="7343589" y="4202115"/>
            <a:ext cx="2961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rol y permisos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0D8913B-701D-B116-F5F9-82EE9A24608D}"/>
              </a:ext>
            </a:extLst>
          </p:cNvPr>
          <p:cNvSpPr txBox="1"/>
          <p:nvPr/>
        </p:nvSpPr>
        <p:spPr>
          <a:xfrm>
            <a:off x="7329155" y="4537101"/>
            <a:ext cx="499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determina el acceso autorizado del usuario.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59C6D7C-53C7-1BC9-E42B-3BF783D18FD5}"/>
              </a:ext>
            </a:extLst>
          </p:cNvPr>
          <p:cNvCxnSpPr>
            <a:cxnSpLocks/>
          </p:cNvCxnSpPr>
          <p:nvPr/>
        </p:nvCxnSpPr>
        <p:spPr>
          <a:xfrm flipV="1">
            <a:off x="7173564" y="5147149"/>
            <a:ext cx="0" cy="58417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9749FD3A-3171-FB8F-1604-341062CA0C3E}"/>
              </a:ext>
            </a:extLst>
          </p:cNvPr>
          <p:cNvCxnSpPr>
            <a:cxnSpLocks/>
          </p:cNvCxnSpPr>
          <p:nvPr/>
        </p:nvCxnSpPr>
        <p:spPr>
          <a:xfrm flipV="1">
            <a:off x="7139099" y="4257546"/>
            <a:ext cx="0" cy="58417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F0C1C2D-7E7C-E6B7-A88B-B9D43AA9D989}"/>
              </a:ext>
            </a:extLst>
          </p:cNvPr>
          <p:cNvCxnSpPr>
            <a:cxnSpLocks/>
          </p:cNvCxnSpPr>
          <p:nvPr/>
        </p:nvCxnSpPr>
        <p:spPr>
          <a:xfrm flipV="1">
            <a:off x="7126729" y="3351987"/>
            <a:ext cx="0" cy="58417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850B6499-99A8-C381-D999-A8478F5A7E64}"/>
              </a:ext>
            </a:extLst>
          </p:cNvPr>
          <p:cNvCxnSpPr>
            <a:cxnSpLocks/>
          </p:cNvCxnSpPr>
          <p:nvPr/>
        </p:nvCxnSpPr>
        <p:spPr>
          <a:xfrm flipV="1">
            <a:off x="7126729" y="2504425"/>
            <a:ext cx="0" cy="58417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3DF55AC-3C0C-639C-0352-90F50F171799}"/>
              </a:ext>
            </a:extLst>
          </p:cNvPr>
          <p:cNvSpPr txBox="1"/>
          <p:nvPr/>
        </p:nvSpPr>
        <p:spPr>
          <a:xfrm>
            <a:off x="6174949" y="2411790"/>
            <a:ext cx="8066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b="1" noProof="0" dirty="0">
                <a:solidFill>
                  <a:srgbClr val="39F0FF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5A0A51D-0317-E0C1-E9B1-0F60A646F4CC}"/>
              </a:ext>
            </a:extLst>
          </p:cNvPr>
          <p:cNvSpPr txBox="1"/>
          <p:nvPr/>
        </p:nvSpPr>
        <p:spPr>
          <a:xfrm>
            <a:off x="6197965" y="3273866"/>
            <a:ext cx="8066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b="1" noProof="0" dirty="0">
                <a:solidFill>
                  <a:srgbClr val="39F0FF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020B8E6-21A9-19BD-531B-5AF853F6AD63}"/>
              </a:ext>
            </a:extLst>
          </p:cNvPr>
          <p:cNvSpPr txBox="1"/>
          <p:nvPr/>
        </p:nvSpPr>
        <p:spPr>
          <a:xfrm>
            <a:off x="6174949" y="4135942"/>
            <a:ext cx="8066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b="1" noProof="0" dirty="0">
                <a:solidFill>
                  <a:srgbClr val="39F0FF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301DAD7-8B6F-F392-7510-FECE2C3AD7B8}"/>
              </a:ext>
            </a:extLst>
          </p:cNvPr>
          <p:cNvSpPr txBox="1"/>
          <p:nvPr/>
        </p:nvSpPr>
        <p:spPr>
          <a:xfrm>
            <a:off x="6197965" y="5022816"/>
            <a:ext cx="8066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b="1" noProof="0" dirty="0">
                <a:solidFill>
                  <a:srgbClr val="39F0FF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8C669F7E-9EC3-1518-9958-D522210A05E2}"/>
              </a:ext>
            </a:extLst>
          </p:cNvPr>
          <p:cNvSpPr/>
          <p:nvPr/>
        </p:nvSpPr>
        <p:spPr>
          <a:xfrm>
            <a:off x="6161095" y="5980966"/>
            <a:ext cx="9170762" cy="1220810"/>
          </a:xfrm>
          <a:prstGeom prst="roundRect">
            <a:avLst>
              <a:gd name="adj" fmla="val 7989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F79612F-329D-A39E-45BB-565FDEBC6162}"/>
              </a:ext>
            </a:extLst>
          </p:cNvPr>
          <p:cNvSpPr txBox="1"/>
          <p:nvPr/>
        </p:nvSpPr>
        <p:spPr>
          <a:xfrm>
            <a:off x="6284932" y="6004541"/>
            <a:ext cx="2558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 alternativo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AB3CB04-88B0-C325-7DF4-451BD85ED9B6}"/>
              </a:ext>
            </a:extLst>
          </p:cNvPr>
          <p:cNvSpPr txBox="1"/>
          <p:nvPr/>
        </p:nvSpPr>
        <p:spPr>
          <a:xfrm>
            <a:off x="6284932" y="6524668"/>
            <a:ext cx="8818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900" noProof="0" dirty="0">
                <a:solidFill>
                  <a:srgbClr val="47ABF5"/>
                </a:solidFill>
              </a:rPr>
              <a:t>Si las credenciales son incorrectas, se informa el error y no se inicia sesión.</a:t>
            </a:r>
          </a:p>
          <a:p>
            <a:r>
              <a:rPr lang="es-CL" sz="1900" noProof="0" dirty="0">
                <a:solidFill>
                  <a:srgbClr val="47ABF5"/>
                </a:solidFill>
              </a:rPr>
              <a:t>El usuario puede reintentar o recuperar su contraseña</a:t>
            </a:r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C81C1796-25D7-0196-BFDB-1B75CC67282D}"/>
              </a:ext>
            </a:extLst>
          </p:cNvPr>
          <p:cNvCxnSpPr>
            <a:cxnSpLocks/>
          </p:cNvCxnSpPr>
          <p:nvPr/>
        </p:nvCxnSpPr>
        <p:spPr>
          <a:xfrm flipH="1">
            <a:off x="6390912" y="6476840"/>
            <a:ext cx="8712958" cy="18325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o 48">
            <a:extLst>
              <a:ext uri="{FF2B5EF4-FFF2-40B4-BE49-F238E27FC236}">
                <a16:creationId xmlns:a16="http://schemas.microsoft.com/office/drawing/2014/main" id="{4AA1E7EC-EA53-65A1-5061-24512EF531EF}"/>
              </a:ext>
            </a:extLst>
          </p:cNvPr>
          <p:cNvGrpSpPr/>
          <p:nvPr/>
        </p:nvGrpSpPr>
        <p:grpSpPr>
          <a:xfrm>
            <a:off x="420624" y="7347252"/>
            <a:ext cx="14907884" cy="715736"/>
            <a:chOff x="549595" y="6561797"/>
            <a:chExt cx="14860015" cy="1197432"/>
          </a:xfrm>
        </p:grpSpPr>
        <p:sp>
          <p:nvSpPr>
            <p:cNvPr id="50" name="Rectángulo: esquinas redondeadas 49">
              <a:extLst>
                <a:ext uri="{FF2B5EF4-FFF2-40B4-BE49-F238E27FC236}">
                  <a16:creationId xmlns:a16="http://schemas.microsoft.com/office/drawing/2014/main" id="{3E2E9191-B273-E2CD-3E92-426D11DA3E5E}"/>
                </a:ext>
              </a:extLst>
            </p:cNvPr>
            <p:cNvSpPr/>
            <p:nvPr/>
          </p:nvSpPr>
          <p:spPr>
            <a:xfrm>
              <a:off x="637695" y="6561797"/>
              <a:ext cx="14771915" cy="1197427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es-CL" sz="28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Postcondición</a:t>
              </a:r>
              <a:endParaRPr lang="es-CL" sz="4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ángulo: esquinas superiores redondeadas 50">
              <a:extLst>
                <a:ext uri="{FF2B5EF4-FFF2-40B4-BE49-F238E27FC236}">
                  <a16:creationId xmlns:a16="http://schemas.microsoft.com/office/drawing/2014/main" id="{E3D2177A-D087-5060-0AEF-8EFC682E7ABF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4305387-4BBD-5032-67EF-34FC3EDE9624}"/>
              </a:ext>
            </a:extLst>
          </p:cNvPr>
          <p:cNvCxnSpPr>
            <a:cxnSpLocks/>
          </p:cNvCxnSpPr>
          <p:nvPr/>
        </p:nvCxnSpPr>
        <p:spPr>
          <a:xfrm flipV="1">
            <a:off x="3714670" y="7492706"/>
            <a:ext cx="0" cy="44786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EED1C8B-D049-3858-059F-005498A564B7}"/>
              </a:ext>
            </a:extLst>
          </p:cNvPr>
          <p:cNvSpPr txBox="1"/>
          <p:nvPr/>
        </p:nvSpPr>
        <p:spPr>
          <a:xfrm>
            <a:off x="3946490" y="7505063"/>
            <a:ext cx="757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>
                <a:solidFill>
                  <a:srgbClr val="3D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Sesión iniciada y acceso habilitado según el rol del usuario. 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C4815C0-9089-8F51-9933-4C3F52253887}"/>
              </a:ext>
            </a:extLst>
          </p:cNvPr>
          <p:cNvSpPr txBox="1"/>
          <p:nvPr/>
        </p:nvSpPr>
        <p:spPr>
          <a:xfrm>
            <a:off x="420624" y="381582"/>
            <a:ext cx="1433764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Caso de uso: Autenticarse en el sistema</a:t>
            </a:r>
          </a:p>
        </p:txBody>
      </p:sp>
    </p:spTree>
    <p:extLst>
      <p:ext uri="{BB962C8B-B14F-4D97-AF65-F5344CB8AC3E}">
        <p14:creationId xmlns:p14="http://schemas.microsoft.com/office/powerpoint/2010/main" val="3043023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7DCB620D-4594-8C8F-4177-B43D9C6FA7E0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03158AC6-AFD9-B1AF-0A39-ED362FE34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FA19E025-A2A3-B344-30AB-6092B6454CD8}"/>
                </a:ext>
              </a:extLst>
            </p:cNvPr>
            <p:cNvGrpSpPr/>
            <p:nvPr/>
          </p:nvGrpSpPr>
          <p:grpSpPr>
            <a:xfrm>
              <a:off x="5522552" y="8343728"/>
              <a:ext cx="10076908" cy="394609"/>
              <a:chOff x="5522552" y="8343728"/>
              <a:chExt cx="10076908" cy="394609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823974-8752-554A-EFD7-CB9ED9B8F723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F512CBE-0B1E-2D48-B848-BA4D010428A3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13</a:t>
                </a:r>
              </a:p>
            </p:txBody>
          </p:sp>
        </p:grp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CDB95FE4-3473-4416-5E77-EB5B617EFEF3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3374F3E3-E3EA-38C1-B4F8-4245CD686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52"/>
          <a:stretch>
            <a:fillRect/>
          </a:stretch>
        </p:blipFill>
        <p:spPr>
          <a:xfrm>
            <a:off x="420624" y="-15389"/>
            <a:ext cx="14986151" cy="8461338"/>
          </a:xfrm>
          <a:prstGeom prst="rect">
            <a:avLst/>
          </a:prstGeom>
          <a:effectLst>
            <a:glow rad="228600">
              <a:schemeClr val="bg1">
                <a:alpha val="5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66606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DEEE1A6B-B209-7E87-7761-5C21450FE729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63D9E5C-26CE-8058-27B8-7E06ACD6C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140DF24C-DDE8-8EB9-A9C6-467D3080955F}"/>
                </a:ext>
              </a:extLst>
            </p:cNvPr>
            <p:cNvGrpSpPr/>
            <p:nvPr/>
          </p:nvGrpSpPr>
          <p:grpSpPr>
            <a:xfrm>
              <a:off x="420624" y="128351"/>
              <a:ext cx="15178836" cy="8609986"/>
              <a:chOff x="420624" y="128351"/>
              <a:chExt cx="15178836" cy="8609986"/>
            </a:xfrm>
          </p:grpSpPr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25541B1-44D9-6D9A-DAA7-D3FB080939A5}"/>
                  </a:ext>
                </a:extLst>
              </p:cNvPr>
              <p:cNvSpPr txBox="1"/>
              <p:nvPr/>
            </p:nvSpPr>
            <p:spPr>
              <a:xfrm>
                <a:off x="744813" y="128351"/>
                <a:ext cx="26480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GATI </a:t>
                </a:r>
                <a:r>
                  <a:rPr lang="es-CL" sz="2400" b="1" spc="300" noProof="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·</a:t>
                </a:r>
                <a:r>
                  <a:rPr lang="es-CL" sz="1600" b="1" spc="300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ENTREGA 2</a:t>
                </a:r>
              </a:p>
            </p:txBody>
          </p:sp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C82847F3-2B94-D127-DD40-B70D6752DB80}"/>
                  </a:ext>
                </a:extLst>
              </p:cNvPr>
              <p:cNvCxnSpPr/>
              <p:nvPr/>
            </p:nvCxnSpPr>
            <p:spPr>
              <a:xfrm>
                <a:off x="420624" y="8221260"/>
                <a:ext cx="15012000" cy="0"/>
              </a:xfrm>
              <a:prstGeom prst="line">
                <a:avLst/>
              </a:prstGeom>
              <a:ln w="41275" cap="rnd">
                <a:solidFill>
                  <a:schemeClr val="tx2">
                    <a:lumMod val="50000"/>
                    <a:lumOff val="50000"/>
                  </a:schemeClr>
                </a:soli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2AB1B8B-2E8B-82F6-E97F-908A0514DCAA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FBC45F8-4C2E-E282-176A-587C8647C77D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14</a:t>
                </a:r>
              </a:p>
            </p:txBody>
          </p: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A16B1D40-578C-91F1-C660-E30C07CD45F6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A11EC35-C206-7895-DD13-E92FC54A3C48}"/>
              </a:ext>
            </a:extLst>
          </p:cNvPr>
          <p:cNvSpPr/>
          <p:nvPr/>
        </p:nvSpPr>
        <p:spPr>
          <a:xfrm>
            <a:off x="744812" y="6441993"/>
            <a:ext cx="14551329" cy="1055047"/>
          </a:xfrm>
          <a:prstGeom prst="roundRect">
            <a:avLst>
              <a:gd name="adj" fmla="val 12378"/>
            </a:avLst>
          </a:prstGeom>
          <a:gradFill flip="none" rotWithShape="1">
            <a:gsLst>
              <a:gs pos="0">
                <a:srgbClr val="063362">
                  <a:lumMod val="97000"/>
                </a:srgbClr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B189A8C-512B-BF75-37A5-DE22C9420084}"/>
              </a:ext>
            </a:extLst>
          </p:cNvPr>
          <p:cNvSpPr/>
          <p:nvPr/>
        </p:nvSpPr>
        <p:spPr>
          <a:xfrm>
            <a:off x="744813" y="5015390"/>
            <a:ext cx="7179572" cy="1210223"/>
          </a:xfrm>
          <a:prstGeom prst="roundRect">
            <a:avLst>
              <a:gd name="adj" fmla="val 12378"/>
            </a:avLst>
          </a:prstGeom>
          <a:gradFill flip="none" rotWithShape="1">
            <a:gsLst>
              <a:gs pos="0">
                <a:srgbClr val="063362">
                  <a:lumMod val="97000"/>
                </a:srgbClr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5C4F8F6-F60D-79E2-AA84-EBFF7999E4CB}"/>
              </a:ext>
            </a:extLst>
          </p:cNvPr>
          <p:cNvSpPr/>
          <p:nvPr/>
        </p:nvSpPr>
        <p:spPr>
          <a:xfrm>
            <a:off x="744813" y="3544632"/>
            <a:ext cx="7179572" cy="1210223"/>
          </a:xfrm>
          <a:prstGeom prst="roundRect">
            <a:avLst>
              <a:gd name="adj" fmla="val 12378"/>
            </a:avLst>
          </a:prstGeom>
          <a:gradFill flip="none" rotWithShape="1">
            <a:gsLst>
              <a:gs pos="0">
                <a:srgbClr val="063362">
                  <a:lumMod val="97000"/>
                </a:srgbClr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9535076-EC57-B651-37EC-611745B4F65B}"/>
              </a:ext>
            </a:extLst>
          </p:cNvPr>
          <p:cNvSpPr/>
          <p:nvPr/>
        </p:nvSpPr>
        <p:spPr>
          <a:xfrm>
            <a:off x="744813" y="2131022"/>
            <a:ext cx="7179572" cy="1210223"/>
          </a:xfrm>
          <a:prstGeom prst="roundRect">
            <a:avLst>
              <a:gd name="adj" fmla="val 12378"/>
            </a:avLst>
          </a:prstGeom>
          <a:gradFill flip="none" rotWithShape="1">
            <a:gsLst>
              <a:gs pos="0">
                <a:srgbClr val="063362">
                  <a:lumMod val="97000"/>
                </a:srgbClr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DE0DC46-52BD-9E11-F9EB-B60B17681605}"/>
              </a:ext>
            </a:extLst>
          </p:cNvPr>
          <p:cNvSpPr/>
          <p:nvPr/>
        </p:nvSpPr>
        <p:spPr>
          <a:xfrm>
            <a:off x="8116570" y="5015391"/>
            <a:ext cx="7179572" cy="1210223"/>
          </a:xfrm>
          <a:prstGeom prst="roundRect">
            <a:avLst>
              <a:gd name="adj" fmla="val 12378"/>
            </a:avLst>
          </a:prstGeom>
          <a:gradFill flip="none" rotWithShape="1">
            <a:gsLst>
              <a:gs pos="0">
                <a:srgbClr val="063362">
                  <a:lumMod val="97000"/>
                </a:srgbClr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2E688D9-ABE2-D81E-36CC-7AA56D068143}"/>
              </a:ext>
            </a:extLst>
          </p:cNvPr>
          <p:cNvSpPr/>
          <p:nvPr/>
        </p:nvSpPr>
        <p:spPr>
          <a:xfrm>
            <a:off x="8116570" y="2131022"/>
            <a:ext cx="7179572" cy="1210223"/>
          </a:xfrm>
          <a:prstGeom prst="roundRect">
            <a:avLst>
              <a:gd name="adj" fmla="val 12378"/>
            </a:avLst>
          </a:prstGeom>
          <a:gradFill flip="none" rotWithShape="1">
            <a:gsLst>
              <a:gs pos="0">
                <a:srgbClr val="063362">
                  <a:lumMod val="97000"/>
                </a:srgbClr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CF1A0E6A-E26C-849C-79D9-2F3EBFCFC452}"/>
              </a:ext>
            </a:extLst>
          </p:cNvPr>
          <p:cNvSpPr/>
          <p:nvPr/>
        </p:nvSpPr>
        <p:spPr>
          <a:xfrm>
            <a:off x="8116570" y="3551457"/>
            <a:ext cx="7179572" cy="1210223"/>
          </a:xfrm>
          <a:prstGeom prst="roundRect">
            <a:avLst>
              <a:gd name="adj" fmla="val 12378"/>
            </a:avLst>
          </a:prstGeom>
          <a:gradFill flip="none" rotWithShape="1">
            <a:gsLst>
              <a:gs pos="0">
                <a:srgbClr val="063362">
                  <a:lumMod val="97000"/>
                </a:srgbClr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9F3D11D3-5AC6-1174-67B1-DA06A21C7FFC}"/>
              </a:ext>
            </a:extLst>
          </p:cNvPr>
          <p:cNvSpPr>
            <a:spLocks noChangeAspect="1"/>
          </p:cNvSpPr>
          <p:nvPr/>
        </p:nvSpPr>
        <p:spPr>
          <a:xfrm>
            <a:off x="8368854" y="2376846"/>
            <a:ext cx="792000" cy="792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6B6D7DB1-9AB9-0016-09D0-D0BE935B65B7}"/>
              </a:ext>
            </a:extLst>
          </p:cNvPr>
          <p:cNvSpPr>
            <a:spLocks noChangeAspect="1"/>
          </p:cNvSpPr>
          <p:nvPr/>
        </p:nvSpPr>
        <p:spPr>
          <a:xfrm>
            <a:off x="994031" y="3788442"/>
            <a:ext cx="792000" cy="792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4E759F5E-BF56-2D22-9284-02AD8289223D}"/>
              </a:ext>
            </a:extLst>
          </p:cNvPr>
          <p:cNvSpPr>
            <a:spLocks noChangeAspect="1"/>
          </p:cNvSpPr>
          <p:nvPr/>
        </p:nvSpPr>
        <p:spPr>
          <a:xfrm>
            <a:off x="994031" y="5231770"/>
            <a:ext cx="792000" cy="792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708EF366-A4B8-AA13-487A-EC57AB5FA92D}"/>
              </a:ext>
            </a:extLst>
          </p:cNvPr>
          <p:cNvSpPr>
            <a:spLocks noChangeAspect="1"/>
          </p:cNvSpPr>
          <p:nvPr/>
        </p:nvSpPr>
        <p:spPr>
          <a:xfrm>
            <a:off x="991369" y="6576088"/>
            <a:ext cx="792000" cy="792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A60E845E-5736-3C29-5660-7D03A375EDAA}"/>
              </a:ext>
            </a:extLst>
          </p:cNvPr>
          <p:cNvSpPr>
            <a:spLocks noChangeAspect="1"/>
          </p:cNvSpPr>
          <p:nvPr/>
        </p:nvSpPr>
        <p:spPr>
          <a:xfrm>
            <a:off x="8383329" y="5251828"/>
            <a:ext cx="792000" cy="792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Diagrama de flujo: conector 25">
            <a:extLst>
              <a:ext uri="{FF2B5EF4-FFF2-40B4-BE49-F238E27FC236}">
                <a16:creationId xmlns:a16="http://schemas.microsoft.com/office/drawing/2014/main" id="{33A581F5-6B29-E472-CD19-6AA9EA59C185}"/>
              </a:ext>
            </a:extLst>
          </p:cNvPr>
          <p:cNvSpPr>
            <a:spLocks noChangeAspect="1"/>
          </p:cNvSpPr>
          <p:nvPr/>
        </p:nvSpPr>
        <p:spPr>
          <a:xfrm>
            <a:off x="8386314" y="3822849"/>
            <a:ext cx="792000" cy="792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Diagrama de flujo: conector 26">
            <a:extLst>
              <a:ext uri="{FF2B5EF4-FFF2-40B4-BE49-F238E27FC236}">
                <a16:creationId xmlns:a16="http://schemas.microsoft.com/office/drawing/2014/main" id="{D8DFADF0-CD14-C6A5-71FB-F90FCF0DB1A9}"/>
              </a:ext>
            </a:extLst>
          </p:cNvPr>
          <p:cNvSpPr>
            <a:spLocks noChangeAspect="1"/>
          </p:cNvSpPr>
          <p:nvPr/>
        </p:nvSpPr>
        <p:spPr>
          <a:xfrm>
            <a:off x="1000712" y="2345114"/>
            <a:ext cx="792000" cy="792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1B3557B-E186-9F03-D2A1-02A27766CDD1}"/>
              </a:ext>
            </a:extLst>
          </p:cNvPr>
          <p:cNvSpPr txBox="1"/>
          <p:nvPr/>
        </p:nvSpPr>
        <p:spPr>
          <a:xfrm>
            <a:off x="2029926" y="2277607"/>
            <a:ext cx="3264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Entradas del sistema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BD9C7E2-BDB9-B268-8805-BF4467FBB703}"/>
              </a:ext>
            </a:extLst>
          </p:cNvPr>
          <p:cNvSpPr txBox="1"/>
          <p:nvPr/>
        </p:nvSpPr>
        <p:spPr>
          <a:xfrm>
            <a:off x="2029926" y="2655453"/>
            <a:ext cx="55358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900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Ordenes de compra, solicitudes de gestión y lectura de códigos de activos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F9A6DDB-593B-645F-0AE1-37B334FC5F97}"/>
              </a:ext>
            </a:extLst>
          </p:cNvPr>
          <p:cNvSpPr txBox="1"/>
          <p:nvPr/>
        </p:nvSpPr>
        <p:spPr>
          <a:xfrm>
            <a:off x="9446833" y="5210269"/>
            <a:ext cx="3023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Salidas del sistema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DEC4C17-D24C-9AE9-4EEF-8A1AF7E209D7}"/>
              </a:ext>
            </a:extLst>
          </p:cNvPr>
          <p:cNvSpPr txBox="1"/>
          <p:nvPr/>
        </p:nvSpPr>
        <p:spPr>
          <a:xfrm>
            <a:off x="9436023" y="5512985"/>
            <a:ext cx="606879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900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Inventario actualizado, actas e información para seguimiento y control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28E4D09-A30E-0823-C874-FDB95D77057E}"/>
              </a:ext>
            </a:extLst>
          </p:cNvPr>
          <p:cNvSpPr txBox="1"/>
          <p:nvPr/>
        </p:nvSpPr>
        <p:spPr>
          <a:xfrm>
            <a:off x="2036665" y="3750708"/>
            <a:ext cx="3842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 con compras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6EBA579-F69E-B7A2-E5A7-CD77D31D9158}"/>
              </a:ext>
            </a:extLst>
          </p:cNvPr>
          <p:cNvSpPr txBox="1"/>
          <p:nvPr/>
        </p:nvSpPr>
        <p:spPr>
          <a:xfrm>
            <a:off x="2035249" y="4081260"/>
            <a:ext cx="58040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900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 y validación de los datos de las ordenes de compra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682EB71-7A7D-6CFB-6E58-ABD73F28F42C}"/>
              </a:ext>
            </a:extLst>
          </p:cNvPr>
          <p:cNvSpPr txBox="1"/>
          <p:nvPr/>
        </p:nvSpPr>
        <p:spPr>
          <a:xfrm>
            <a:off x="2040562" y="5183715"/>
            <a:ext cx="2919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activos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8815779-4760-2EA2-3D5D-0BC209D66167}"/>
              </a:ext>
            </a:extLst>
          </p:cNvPr>
          <p:cNvSpPr txBox="1"/>
          <p:nvPr/>
        </p:nvSpPr>
        <p:spPr>
          <a:xfrm>
            <a:off x="2036665" y="5542950"/>
            <a:ext cx="58299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900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de hardware y licencias, asignaciones, devoluciones y bajas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7C847FC-7F33-05C4-1787-71D38BC46F02}"/>
              </a:ext>
            </a:extLst>
          </p:cNvPr>
          <p:cNvSpPr txBox="1"/>
          <p:nvPr/>
        </p:nvSpPr>
        <p:spPr>
          <a:xfrm>
            <a:off x="2029926" y="6536763"/>
            <a:ext cx="3074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Seguridad y acceso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E971DA6-1391-7C6B-8B07-1726DCB0C23B}"/>
              </a:ext>
            </a:extLst>
          </p:cNvPr>
          <p:cNvSpPr txBox="1"/>
          <p:nvPr/>
        </p:nvSpPr>
        <p:spPr>
          <a:xfrm>
            <a:off x="2029926" y="6958461"/>
            <a:ext cx="563167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900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Autenticación de usuarios y permisos según su rol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575C765-D273-5CBC-35C6-FF42B19712B2}"/>
              </a:ext>
            </a:extLst>
          </p:cNvPr>
          <p:cNvSpPr txBox="1"/>
          <p:nvPr/>
        </p:nvSpPr>
        <p:spPr>
          <a:xfrm>
            <a:off x="9416369" y="2291147"/>
            <a:ext cx="4166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Generación de información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02A6C1C-35D2-D36D-5851-9910C89463C0}"/>
              </a:ext>
            </a:extLst>
          </p:cNvPr>
          <p:cNvSpPr txBox="1"/>
          <p:nvPr/>
        </p:nvSpPr>
        <p:spPr>
          <a:xfrm>
            <a:off x="9439826" y="2636584"/>
            <a:ext cx="56633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90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Elaboración de actas, reportes y consultas del historial</a:t>
            </a:r>
            <a:endParaRPr lang="es-CL" sz="1900" noProof="0" dirty="0">
              <a:solidFill>
                <a:srgbClr val="47ABF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6B09622-8B32-E9E9-6FBE-79A5A0450226}"/>
              </a:ext>
            </a:extLst>
          </p:cNvPr>
          <p:cNvSpPr txBox="1"/>
          <p:nvPr/>
        </p:nvSpPr>
        <p:spPr>
          <a:xfrm>
            <a:off x="9385905" y="3750708"/>
            <a:ext cx="3348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Persistencia de datos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B92DA08-E997-E854-92FA-15C16D874263}"/>
              </a:ext>
            </a:extLst>
          </p:cNvPr>
          <p:cNvSpPr txBox="1"/>
          <p:nvPr/>
        </p:nvSpPr>
        <p:spPr>
          <a:xfrm>
            <a:off x="9416369" y="4081260"/>
            <a:ext cx="56868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900" noProof="0" dirty="0">
                <a:solidFill>
                  <a:srgbClr val="47AB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Almacenamiento de registros y movimientos en Cloud Firestore</a:t>
            </a: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B36C2B1B-DDB2-24BD-5B53-775EF12B19D3}"/>
              </a:ext>
            </a:extLst>
          </p:cNvPr>
          <p:cNvGrpSpPr/>
          <p:nvPr/>
        </p:nvGrpSpPr>
        <p:grpSpPr>
          <a:xfrm>
            <a:off x="8577241" y="3951477"/>
            <a:ext cx="418940" cy="736375"/>
            <a:chOff x="739020" y="3313387"/>
            <a:chExt cx="549128" cy="941326"/>
          </a:xfrm>
        </p:grpSpPr>
        <p:sp>
          <p:nvSpPr>
            <p:cNvPr id="43" name="Cuerda 42">
              <a:extLst>
                <a:ext uri="{FF2B5EF4-FFF2-40B4-BE49-F238E27FC236}">
                  <a16:creationId xmlns:a16="http://schemas.microsoft.com/office/drawing/2014/main" id="{EB2F2672-46EB-6399-B8D1-F6A41F963D0A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44" name="Diagrama de flujo: conector 43">
              <a:extLst>
                <a:ext uri="{FF2B5EF4-FFF2-40B4-BE49-F238E27FC236}">
                  <a16:creationId xmlns:a16="http://schemas.microsoft.com/office/drawing/2014/main" id="{D72420BC-A2EF-EF7C-49A3-B387A3C651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73CA725E-1E8D-6457-A23B-907F91427CC7}"/>
              </a:ext>
            </a:extLst>
          </p:cNvPr>
          <p:cNvGrpSpPr>
            <a:grpSpLocks noChangeAspect="1"/>
          </p:cNvGrpSpPr>
          <p:nvPr/>
        </p:nvGrpSpPr>
        <p:grpSpPr>
          <a:xfrm>
            <a:off x="8446971" y="2616595"/>
            <a:ext cx="245776" cy="432000"/>
            <a:chOff x="739020" y="3313387"/>
            <a:chExt cx="549128" cy="941326"/>
          </a:xfrm>
        </p:grpSpPr>
        <p:sp>
          <p:nvSpPr>
            <p:cNvPr id="46" name="Cuerda 45">
              <a:extLst>
                <a:ext uri="{FF2B5EF4-FFF2-40B4-BE49-F238E27FC236}">
                  <a16:creationId xmlns:a16="http://schemas.microsoft.com/office/drawing/2014/main" id="{64C00DF7-2E14-5CBD-07A9-BA50576F5B88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37B9C279-B56C-193C-886A-7F3CAA0A86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EC51B278-5E1F-F36A-A7AE-555DE1009C14}"/>
              </a:ext>
            </a:extLst>
          </p:cNvPr>
          <p:cNvGrpSpPr>
            <a:grpSpLocks noChangeAspect="1"/>
          </p:cNvGrpSpPr>
          <p:nvPr/>
        </p:nvGrpSpPr>
        <p:grpSpPr>
          <a:xfrm>
            <a:off x="8804672" y="2635499"/>
            <a:ext cx="245776" cy="432000"/>
            <a:chOff x="739020" y="3313387"/>
            <a:chExt cx="549128" cy="941326"/>
          </a:xfrm>
        </p:grpSpPr>
        <p:sp>
          <p:nvSpPr>
            <p:cNvPr id="49" name="Cuerda 48">
              <a:extLst>
                <a:ext uri="{FF2B5EF4-FFF2-40B4-BE49-F238E27FC236}">
                  <a16:creationId xmlns:a16="http://schemas.microsoft.com/office/drawing/2014/main" id="{E0795A2F-7FCF-2FB7-E958-780C264AC723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50" name="Diagrama de flujo: conector 49">
              <a:extLst>
                <a:ext uri="{FF2B5EF4-FFF2-40B4-BE49-F238E27FC236}">
                  <a16:creationId xmlns:a16="http://schemas.microsoft.com/office/drawing/2014/main" id="{8112E8BA-F2FE-BB63-E40E-64C8124D8B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sp>
        <p:nvSpPr>
          <p:cNvPr id="51" name="Cuerda 50">
            <a:extLst>
              <a:ext uri="{FF2B5EF4-FFF2-40B4-BE49-F238E27FC236}">
                <a16:creationId xmlns:a16="http://schemas.microsoft.com/office/drawing/2014/main" id="{74E537F2-F941-9FDC-9E76-EC37C5A52FCE}"/>
              </a:ext>
            </a:extLst>
          </p:cNvPr>
          <p:cNvSpPr>
            <a:spLocks noChangeAspect="1"/>
          </p:cNvSpPr>
          <p:nvPr/>
        </p:nvSpPr>
        <p:spPr>
          <a:xfrm rot="5606442">
            <a:off x="8403375" y="2785846"/>
            <a:ext cx="722959" cy="577554"/>
          </a:xfrm>
          <a:prstGeom prst="chord">
            <a:avLst>
              <a:gd name="adj1" fmla="val 6040691"/>
              <a:gd name="adj2" fmla="val 15144234"/>
            </a:avLst>
          </a:prstGeom>
          <a:solidFill>
            <a:srgbClr val="061C37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BE28F8C-DAD3-08EF-5DAC-63584BF2A8FD}"/>
              </a:ext>
            </a:extLst>
          </p:cNvPr>
          <p:cNvGrpSpPr/>
          <p:nvPr/>
        </p:nvGrpSpPr>
        <p:grpSpPr>
          <a:xfrm>
            <a:off x="8555385" y="2508439"/>
            <a:ext cx="418940" cy="736375"/>
            <a:chOff x="739020" y="3313387"/>
            <a:chExt cx="549128" cy="941326"/>
          </a:xfrm>
        </p:grpSpPr>
        <p:sp>
          <p:nvSpPr>
            <p:cNvPr id="53" name="Cuerda 52">
              <a:extLst>
                <a:ext uri="{FF2B5EF4-FFF2-40B4-BE49-F238E27FC236}">
                  <a16:creationId xmlns:a16="http://schemas.microsoft.com/office/drawing/2014/main" id="{715E7A9B-E428-7801-D18B-C4A9EA421B63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54" name="Diagrama de flujo: conector 53">
              <a:extLst>
                <a:ext uri="{FF2B5EF4-FFF2-40B4-BE49-F238E27FC236}">
                  <a16:creationId xmlns:a16="http://schemas.microsoft.com/office/drawing/2014/main" id="{82F243C9-F87A-232A-C476-061E8956B3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55" name="Gráfico 54" descr="Clock con relleno sólido">
            <a:extLst>
              <a:ext uri="{FF2B5EF4-FFF2-40B4-BE49-F238E27FC236}">
                <a16:creationId xmlns:a16="http://schemas.microsoft.com/office/drawing/2014/main" id="{CAD6F9F8-6123-9A78-4A83-1F359F6A7B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354" y="5377828"/>
            <a:ext cx="540000" cy="540000"/>
          </a:xfrm>
          <a:prstGeom prst="rect">
            <a:avLst/>
          </a:prstGeom>
        </p:spPr>
      </p:pic>
      <p:pic>
        <p:nvPicPr>
          <p:cNvPr id="56" name="Gráfico 55" descr="Television con relleno sólido">
            <a:extLst>
              <a:ext uri="{FF2B5EF4-FFF2-40B4-BE49-F238E27FC236}">
                <a16:creationId xmlns:a16="http://schemas.microsoft.com/office/drawing/2014/main" id="{D6904C13-BE50-205F-C9ED-95983F86D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6005" y="2475537"/>
            <a:ext cx="468760" cy="540421"/>
          </a:xfrm>
          <a:prstGeom prst="rect">
            <a:avLst/>
          </a:prstGeom>
        </p:spPr>
      </p:pic>
      <p:pic>
        <p:nvPicPr>
          <p:cNvPr id="57" name="Gráfico 56" descr="Paper contorno">
            <a:extLst>
              <a:ext uri="{FF2B5EF4-FFF2-40B4-BE49-F238E27FC236}">
                <a16:creationId xmlns:a16="http://schemas.microsoft.com/office/drawing/2014/main" id="{51B2905A-8226-4B29-CD99-8360702155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922" y="5341083"/>
            <a:ext cx="536125" cy="540421"/>
          </a:xfrm>
          <a:prstGeom prst="rect">
            <a:avLst/>
          </a:prstGeom>
        </p:spPr>
      </p:pic>
      <p:pic>
        <p:nvPicPr>
          <p:cNvPr id="58" name="Gráfico 57" descr="Document con relleno sólido">
            <a:extLst>
              <a:ext uri="{FF2B5EF4-FFF2-40B4-BE49-F238E27FC236}">
                <a16:creationId xmlns:a16="http://schemas.microsoft.com/office/drawing/2014/main" id="{6206D1D8-35EE-ADB4-BD35-D5545938F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1834" y="3883166"/>
            <a:ext cx="616394" cy="590709"/>
          </a:xfrm>
          <a:prstGeom prst="rect">
            <a:avLst/>
          </a:prstGeom>
        </p:spPr>
      </p:pic>
      <p:pic>
        <p:nvPicPr>
          <p:cNvPr id="59" name="Gráfico 58" descr="Shield Tick contorno">
            <a:extLst>
              <a:ext uri="{FF2B5EF4-FFF2-40B4-BE49-F238E27FC236}">
                <a16:creationId xmlns:a16="http://schemas.microsoft.com/office/drawing/2014/main" id="{9C366B6E-BDF0-AE47-52E8-21CA6C6E9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7361" y="6728428"/>
            <a:ext cx="565340" cy="540000"/>
          </a:xfrm>
          <a:prstGeom prst="rect">
            <a:avLst/>
          </a:prstGeom>
        </p:spPr>
      </p:pic>
      <p:grpSp>
        <p:nvGrpSpPr>
          <p:cNvPr id="60" name="Grupo 59">
            <a:extLst>
              <a:ext uri="{FF2B5EF4-FFF2-40B4-BE49-F238E27FC236}">
                <a16:creationId xmlns:a16="http://schemas.microsoft.com/office/drawing/2014/main" id="{78941B5E-7EE3-B1FA-D47C-244CF7CC309A}"/>
              </a:ext>
            </a:extLst>
          </p:cNvPr>
          <p:cNvGrpSpPr/>
          <p:nvPr/>
        </p:nvGrpSpPr>
        <p:grpSpPr>
          <a:xfrm>
            <a:off x="744812" y="7643047"/>
            <a:ext cx="14551329" cy="486375"/>
            <a:chOff x="549595" y="6561798"/>
            <a:chExt cx="14860014" cy="1197431"/>
          </a:xfrm>
        </p:grpSpPr>
        <p:sp>
          <p:nvSpPr>
            <p:cNvPr id="61" name="Rectángulo: esquinas redondeadas 60">
              <a:extLst>
                <a:ext uri="{FF2B5EF4-FFF2-40B4-BE49-F238E27FC236}">
                  <a16:creationId xmlns:a16="http://schemas.microsoft.com/office/drawing/2014/main" id="{0660F124-1E12-829B-0040-93FDC1BDFD08}"/>
                </a:ext>
              </a:extLst>
            </p:cNvPr>
            <p:cNvSpPr/>
            <p:nvPr/>
          </p:nvSpPr>
          <p:spPr>
            <a:xfrm>
              <a:off x="637694" y="6561798"/>
              <a:ext cx="14771915" cy="1197427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es-CL" sz="20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Los bloques muestran como GATI recibe, procesa, almacena y entrega información para gestionar los activos.</a:t>
              </a:r>
              <a:endParaRPr lang="es-CL" sz="36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tángulo: esquinas superiores redondeadas 61">
              <a:extLst>
                <a:ext uri="{FF2B5EF4-FFF2-40B4-BE49-F238E27FC236}">
                  <a16:creationId xmlns:a16="http://schemas.microsoft.com/office/drawing/2014/main" id="{252EB7B0-FCF1-3187-D3FD-9F5C3E85C125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2C5280B6-E30A-9840-371C-8537A6B1FCC3}"/>
              </a:ext>
            </a:extLst>
          </p:cNvPr>
          <p:cNvCxnSpPr>
            <a:cxnSpLocks/>
          </p:cNvCxnSpPr>
          <p:nvPr/>
        </p:nvCxnSpPr>
        <p:spPr>
          <a:xfrm>
            <a:off x="576936" y="1317476"/>
            <a:ext cx="1147446" cy="0"/>
          </a:xfrm>
          <a:prstGeom prst="line">
            <a:avLst/>
          </a:prstGeom>
          <a:ln w="76200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48F97B7B-3ACB-F1A7-0D53-B1147EC04AAF}"/>
              </a:ext>
            </a:extLst>
          </p:cNvPr>
          <p:cNvSpPr txBox="1"/>
          <p:nvPr/>
        </p:nvSpPr>
        <p:spPr>
          <a:xfrm>
            <a:off x="420624" y="451920"/>
            <a:ext cx="1307505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000" b="1" dirty="0">
                <a:solidFill>
                  <a:schemeClr val="bg1"/>
                </a:solidFill>
                <a:latin typeface="Arial Black" panose="020B0A04020102020204" pitchFamily="34" charset="0"/>
              </a:rPr>
              <a:t>Vista Lógica: Organización funcional</a:t>
            </a:r>
          </a:p>
        </p:txBody>
      </p:sp>
      <p:sp>
        <p:nvSpPr>
          <p:cNvPr id="65" name="Diseño e Inicio del Desarrollo">
            <a:extLst>
              <a:ext uri="{FF2B5EF4-FFF2-40B4-BE49-F238E27FC236}">
                <a16:creationId xmlns:a16="http://schemas.microsoft.com/office/drawing/2014/main" id="{EB16A04F-DEAE-3A13-6A84-9EE924CD9AC7}"/>
              </a:ext>
            </a:extLst>
          </p:cNvPr>
          <p:cNvSpPr>
            <a:spLocks noGrp="1"/>
          </p:cNvSpPr>
          <p:nvPr/>
        </p:nvSpPr>
        <p:spPr>
          <a:xfrm>
            <a:off x="576935" y="1585233"/>
            <a:ext cx="12141538" cy="445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r>
              <a:rPr lang="es-CL" sz="240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Elementos del negocio que estructuran la solución</a:t>
            </a:r>
          </a:p>
        </p:txBody>
      </p:sp>
    </p:spTree>
    <p:extLst>
      <p:ext uri="{BB962C8B-B14F-4D97-AF65-F5344CB8AC3E}">
        <p14:creationId xmlns:p14="http://schemas.microsoft.com/office/powerpoint/2010/main" val="3869672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AC1787A-968B-59FB-709E-20B6C010CF9A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981E541B-8E00-8FF6-4748-80935418A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138A5AAD-9B97-82ED-ABAF-4C1F33D3FA59}"/>
                </a:ext>
              </a:extLst>
            </p:cNvPr>
            <p:cNvGrpSpPr/>
            <p:nvPr/>
          </p:nvGrpSpPr>
          <p:grpSpPr>
            <a:xfrm>
              <a:off x="5522552" y="8343728"/>
              <a:ext cx="10076908" cy="394609"/>
              <a:chOff x="5522552" y="8343728"/>
              <a:chExt cx="10076908" cy="394609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0B5423F-2E73-A9D1-13AF-489B8B6E5558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7B41CBF-D6CF-BA45-3764-1F6AC6260EBC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15</a:t>
                </a:r>
              </a:p>
            </p:txBody>
          </p:sp>
        </p:grp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0D98D8BB-137D-F44B-B3F5-FB2048E77730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D3476A6-9698-0536-0A52-A882DF031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14"/>
          <a:stretch>
            <a:fillRect/>
          </a:stretch>
        </p:blipFill>
        <p:spPr>
          <a:xfrm>
            <a:off x="240632" y="280743"/>
            <a:ext cx="15358828" cy="7838297"/>
          </a:xfrm>
          <a:prstGeom prst="rect">
            <a:avLst/>
          </a:prstGeom>
          <a:effectLst>
            <a:glow rad="228600">
              <a:schemeClr val="bg1">
                <a:alpha val="5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619205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2565E656-330A-F8C3-BB36-886A9F66FEC0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B8648015-A180-FFAD-F75D-02BA0AD65321}"/>
                </a:ext>
              </a:extLst>
            </p:cNvPr>
            <p:cNvGrpSpPr/>
            <p:nvPr/>
          </p:nvGrpSpPr>
          <p:grpSpPr>
            <a:xfrm>
              <a:off x="0" y="0"/>
              <a:ext cx="15925800" cy="8963025"/>
              <a:chOff x="0" y="0"/>
              <a:chExt cx="15925800" cy="8963025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A01F0D04-F957-5850-851E-B0E822D59C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5925800" cy="8963025"/>
              </a:xfrm>
              <a:prstGeom prst="rect">
                <a:avLst/>
              </a:prstGeom>
            </p:spPr>
          </p:pic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350FF87C-1482-784B-2FC6-110549A3F794}"/>
                  </a:ext>
                </a:extLst>
              </p:cNvPr>
              <p:cNvGrpSpPr/>
              <p:nvPr/>
            </p:nvGrpSpPr>
            <p:grpSpPr>
              <a:xfrm>
                <a:off x="420624" y="128351"/>
                <a:ext cx="15178836" cy="8609986"/>
                <a:chOff x="420624" y="128351"/>
                <a:chExt cx="15178836" cy="8609986"/>
              </a:xfrm>
            </p:grpSpPr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04F8535E-B88B-3A3E-17E2-0D560BD9277E}"/>
                    </a:ext>
                  </a:extLst>
                </p:cNvPr>
                <p:cNvSpPr txBox="1"/>
                <p:nvPr/>
              </p:nvSpPr>
              <p:spPr>
                <a:xfrm>
                  <a:off x="744813" y="128351"/>
                  <a:ext cx="26480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GATI </a:t>
                  </a:r>
                  <a:r>
                    <a:rPr lang="es-CL" sz="2400" b="1" spc="300" noProof="0" dirty="0">
                      <a:solidFill>
                        <a:schemeClr val="bg1"/>
                      </a:solidFill>
                      <a:cs typeface="Arial" panose="020B0604020202020204" pitchFamily="34" charset="0"/>
                    </a:rPr>
                    <a:t>·</a:t>
                  </a:r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ENTREGA 2</a:t>
                  </a:r>
                </a:p>
              </p:txBody>
            </p:sp>
            <p:cxnSp>
              <p:nvCxnSpPr>
                <p:cNvPr id="9" name="Conector recto 8">
                  <a:extLst>
                    <a:ext uri="{FF2B5EF4-FFF2-40B4-BE49-F238E27FC236}">
                      <a16:creationId xmlns:a16="http://schemas.microsoft.com/office/drawing/2014/main" id="{05B126D4-396A-30B1-3A10-D9DED6EB8353}"/>
                    </a:ext>
                  </a:extLst>
                </p:cNvPr>
                <p:cNvCxnSpPr/>
                <p:nvPr/>
              </p:nvCxnSpPr>
              <p:spPr>
                <a:xfrm>
                  <a:off x="420624" y="8221260"/>
                  <a:ext cx="15012000" cy="0"/>
                </a:xfrm>
                <a:prstGeom prst="line">
                  <a:avLst/>
                </a:prstGeom>
                <a:ln w="41275" cap="rnd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AE1BBD44-BDD7-898B-609A-564076E11BAC}"/>
                    </a:ext>
                  </a:extLst>
                </p:cNvPr>
                <p:cNvSpPr txBox="1"/>
                <p:nvPr/>
              </p:nvSpPr>
              <p:spPr>
                <a:xfrm>
                  <a:off x="5522552" y="8445949"/>
                  <a:ext cx="4880695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300" spc="300" noProof="0" dirty="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rPr>
                    <a:t>CAPSTONE · INGENIERÍA EN INFORMÁTICA</a:t>
                  </a: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48E12177-438B-6D5A-DFFA-75FBEAF1DA27}"/>
                    </a:ext>
                  </a:extLst>
                </p:cNvPr>
                <p:cNvSpPr txBox="1"/>
                <p:nvPr/>
              </p:nvSpPr>
              <p:spPr>
                <a:xfrm>
                  <a:off x="15110224" y="8343728"/>
                  <a:ext cx="4892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CL"/>
                  </a:defPPr>
                  <a:lvl1pPr>
                    <a:defRPr sz="1300" spc="30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s-CL" sz="1600" noProof="0" dirty="0"/>
                    <a:t>16</a:t>
                  </a:r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1AAABDB-0BCD-983B-FEB5-DC15DE37095A}"/>
                  </a:ext>
                </a:extLst>
              </p:cNvPr>
              <p:cNvSpPr txBox="1"/>
              <p:nvPr/>
            </p:nvSpPr>
            <p:spPr>
              <a:xfrm>
                <a:off x="420624" y="8461338"/>
                <a:ext cx="22599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2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TI – ONE SOLUTION</a:t>
                </a:r>
              </a:p>
            </p:txBody>
          </p:sp>
        </p:grp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227106F0-A3B2-CBC9-CAEB-80C02CD1BBE2}"/>
                </a:ext>
              </a:extLst>
            </p:cNvPr>
            <p:cNvCxnSpPr>
              <a:cxnSpLocks/>
            </p:cNvCxnSpPr>
            <p:nvPr/>
          </p:nvCxnSpPr>
          <p:spPr>
            <a:xfrm>
              <a:off x="694767" y="1296006"/>
              <a:ext cx="1147446" cy="0"/>
            </a:xfrm>
            <a:prstGeom prst="line">
              <a:avLst/>
            </a:prstGeom>
            <a:ln w="76200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4CDB71C-FF7E-3B9E-D945-E78F53850E78}"/>
              </a:ext>
            </a:extLst>
          </p:cNvPr>
          <p:cNvSpPr txBox="1"/>
          <p:nvPr/>
        </p:nvSpPr>
        <p:spPr>
          <a:xfrm>
            <a:off x="552150" y="423346"/>
            <a:ext cx="139367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000" spc="-15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Modelo de datos: del negocio a Firestore</a:t>
            </a:r>
          </a:p>
        </p:txBody>
      </p:sp>
      <p:sp>
        <p:nvSpPr>
          <p:cNvPr id="13" name="Diseño e Inicio del Desarrollo">
            <a:extLst>
              <a:ext uri="{FF2B5EF4-FFF2-40B4-BE49-F238E27FC236}">
                <a16:creationId xmlns:a16="http://schemas.microsoft.com/office/drawing/2014/main" id="{62672E14-2D90-9127-5B59-EC4A727C0778}"/>
              </a:ext>
            </a:extLst>
          </p:cNvPr>
          <p:cNvSpPr>
            <a:spLocks noGrp="1"/>
          </p:cNvSpPr>
          <p:nvPr/>
        </p:nvSpPr>
        <p:spPr>
          <a:xfrm>
            <a:off x="552150" y="1432825"/>
            <a:ext cx="11765101" cy="4033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4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conceptual y organización documental de la información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5F453C6-3CD7-DFF7-01EF-72A6ABF4613E}"/>
              </a:ext>
            </a:extLst>
          </p:cNvPr>
          <p:cNvSpPr/>
          <p:nvPr/>
        </p:nvSpPr>
        <p:spPr>
          <a:xfrm>
            <a:off x="552150" y="2072671"/>
            <a:ext cx="7119725" cy="5201961"/>
          </a:xfrm>
          <a:prstGeom prst="roundRect">
            <a:avLst>
              <a:gd name="adj" fmla="val 1546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 w="25400"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92FB29E2-CAA0-5588-98C8-AE69DCABBEDB}"/>
              </a:ext>
            </a:extLst>
          </p:cNvPr>
          <p:cNvSpPr>
            <a:spLocks noChangeAspect="1"/>
          </p:cNvSpPr>
          <p:nvPr/>
        </p:nvSpPr>
        <p:spPr>
          <a:xfrm>
            <a:off x="694767" y="2268256"/>
            <a:ext cx="1188000" cy="1188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áfico 15" descr="Document con relleno sólido">
            <a:extLst>
              <a:ext uri="{FF2B5EF4-FFF2-40B4-BE49-F238E27FC236}">
                <a16:creationId xmlns:a16="http://schemas.microsoft.com/office/drawing/2014/main" id="{58560E7F-B04B-AF75-0D91-DC987F6527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137" y="2486524"/>
            <a:ext cx="757261" cy="751464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FD2DCA3B-9E03-55B0-DA15-12D8BE951BB8}"/>
              </a:ext>
            </a:extLst>
          </p:cNvPr>
          <p:cNvSpPr txBox="1"/>
          <p:nvPr/>
        </p:nvSpPr>
        <p:spPr>
          <a:xfrm>
            <a:off x="2098137" y="2351163"/>
            <a:ext cx="4365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conceptual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ABE4C92-B81C-31FC-1FFE-DA937D964BEE}"/>
              </a:ext>
            </a:extLst>
          </p:cNvPr>
          <p:cNvSpPr txBox="1"/>
          <p:nvPr/>
        </p:nvSpPr>
        <p:spPr>
          <a:xfrm>
            <a:off x="2143857" y="2988319"/>
            <a:ext cx="5429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rgbClr val="02C2DE"/>
                </a:solidFill>
              </a:rPr>
              <a:t>Describe las entidades y relaciones del negocio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5F3CB54-5476-060C-48CB-2154C2781DA5}"/>
              </a:ext>
            </a:extLst>
          </p:cNvPr>
          <p:cNvSpPr txBox="1"/>
          <p:nvPr/>
        </p:nvSpPr>
        <p:spPr>
          <a:xfrm>
            <a:off x="783828" y="3640479"/>
            <a:ext cx="18036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Adquisición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F461781-FFF4-A3E8-078B-28639C7BC0E2}"/>
              </a:ext>
            </a:extLst>
          </p:cNvPr>
          <p:cNvSpPr txBox="1"/>
          <p:nvPr/>
        </p:nvSpPr>
        <p:spPr>
          <a:xfrm>
            <a:off x="783828" y="4015169"/>
            <a:ext cx="4746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noProof="0" dirty="0">
                <a:solidFill>
                  <a:srgbClr val="39F0FF"/>
                </a:solidFill>
              </a:rPr>
              <a:t>Proveedores, ordenes de compra e ítems.</a:t>
            </a:r>
            <a:endParaRPr lang="es-CL" noProof="0" dirty="0">
              <a:solidFill>
                <a:srgbClr val="39F0FF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27974AF-98F5-904D-9E64-1E40078FD22C}"/>
              </a:ext>
            </a:extLst>
          </p:cNvPr>
          <p:cNvSpPr txBox="1"/>
          <p:nvPr/>
        </p:nvSpPr>
        <p:spPr>
          <a:xfrm>
            <a:off x="783828" y="5535940"/>
            <a:ext cx="18185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Trazabilidad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8259FCF-3823-9129-4657-2437784B05EF}"/>
              </a:ext>
            </a:extLst>
          </p:cNvPr>
          <p:cNvSpPr txBox="1"/>
          <p:nvPr/>
        </p:nvSpPr>
        <p:spPr>
          <a:xfrm>
            <a:off x="783828" y="5910630"/>
            <a:ext cx="4746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noProof="0" dirty="0">
                <a:solidFill>
                  <a:srgbClr val="39F0FF"/>
                </a:solidFill>
              </a:rPr>
              <a:t>Activos, actas y eventos de historial.</a:t>
            </a:r>
            <a:endParaRPr lang="es-CL" noProof="0" dirty="0">
              <a:solidFill>
                <a:srgbClr val="39F0FF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A30F012-56CC-100D-BD0A-EE4DC2CB0367}"/>
              </a:ext>
            </a:extLst>
          </p:cNvPr>
          <p:cNvSpPr txBox="1"/>
          <p:nvPr/>
        </p:nvSpPr>
        <p:spPr>
          <a:xfrm>
            <a:off x="783828" y="4591628"/>
            <a:ext cx="25266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Responsabilidad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ED8B857-F587-5646-BE92-A55B546A24C8}"/>
              </a:ext>
            </a:extLst>
          </p:cNvPr>
          <p:cNvSpPr txBox="1"/>
          <p:nvPr/>
        </p:nvSpPr>
        <p:spPr>
          <a:xfrm>
            <a:off x="783828" y="4966318"/>
            <a:ext cx="4746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noProof="0" dirty="0">
                <a:solidFill>
                  <a:srgbClr val="39F0FF"/>
                </a:solidFill>
              </a:rPr>
              <a:t>Funcionarios, unidades y asignaciones.</a:t>
            </a:r>
            <a:endParaRPr lang="es-CL" noProof="0" dirty="0">
              <a:solidFill>
                <a:srgbClr val="39F0FF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9191AE1-A794-3DEE-B98A-72200A3DCE22}"/>
              </a:ext>
            </a:extLst>
          </p:cNvPr>
          <p:cNvSpPr txBox="1"/>
          <p:nvPr/>
        </p:nvSpPr>
        <p:spPr>
          <a:xfrm>
            <a:off x="608983" y="6454832"/>
            <a:ext cx="20649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noProof="0" dirty="0">
                <a:solidFill>
                  <a:srgbClr val="39F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representa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472F631-8926-2F2E-4E65-C5CEE7DF7A9F}"/>
              </a:ext>
            </a:extLst>
          </p:cNvPr>
          <p:cNvSpPr txBox="1"/>
          <p:nvPr/>
        </p:nvSpPr>
        <p:spPr>
          <a:xfrm>
            <a:off x="608983" y="6790914"/>
            <a:ext cx="57016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noProof="0" dirty="0">
                <a:solidFill>
                  <a:srgbClr val="47ABF5"/>
                </a:solidFill>
              </a:rPr>
              <a:t>Entidades, atributos, relaciones y cardinalidades.</a:t>
            </a:r>
            <a:endParaRPr lang="es-CL" noProof="0" dirty="0">
              <a:solidFill>
                <a:srgbClr val="47ABF5"/>
              </a:solidFill>
            </a:endParaRP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5A5CDEF-8769-8C93-80B9-54E39F2B8C89}"/>
              </a:ext>
            </a:extLst>
          </p:cNvPr>
          <p:cNvCxnSpPr>
            <a:cxnSpLocks/>
          </p:cNvCxnSpPr>
          <p:nvPr/>
        </p:nvCxnSpPr>
        <p:spPr>
          <a:xfrm flipV="1">
            <a:off x="7867122" y="2351163"/>
            <a:ext cx="0" cy="4839861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>
            <a:extLst>
              <a:ext uri="{FF2B5EF4-FFF2-40B4-BE49-F238E27FC236}">
                <a16:creationId xmlns:a16="http://schemas.microsoft.com/office/drawing/2014/main" id="{E1380A2E-4288-DDFE-66CC-7DE4F1EA24D2}"/>
              </a:ext>
            </a:extLst>
          </p:cNvPr>
          <p:cNvGrpSpPr/>
          <p:nvPr/>
        </p:nvGrpSpPr>
        <p:grpSpPr>
          <a:xfrm>
            <a:off x="8097685" y="2072671"/>
            <a:ext cx="7501775" cy="5426129"/>
            <a:chOff x="1295856" y="-406442"/>
            <a:chExt cx="7176557" cy="5426129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DA3F96F9-F68B-5B45-2982-E37949B5E437}"/>
                </a:ext>
              </a:extLst>
            </p:cNvPr>
            <p:cNvSpPr/>
            <p:nvPr/>
          </p:nvSpPr>
          <p:spPr>
            <a:xfrm>
              <a:off x="1295856" y="-406442"/>
              <a:ext cx="7119725" cy="5201961"/>
            </a:xfrm>
            <a:prstGeom prst="roundRect">
              <a:avLst>
                <a:gd name="adj" fmla="val 1546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 w="25400"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endParaRPr lang="es-CL" sz="28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Diagrama de flujo: conector 29">
              <a:extLst>
                <a:ext uri="{FF2B5EF4-FFF2-40B4-BE49-F238E27FC236}">
                  <a16:creationId xmlns:a16="http://schemas.microsoft.com/office/drawing/2014/main" id="{1FEB5515-923A-D992-BAB9-5B362B76F5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38473" y="-210857"/>
              <a:ext cx="1188000" cy="1188000"/>
            </a:xfrm>
            <a:prstGeom prst="flowChartConnector">
              <a:avLst/>
            </a:prstGeom>
            <a:solidFill>
              <a:srgbClr val="061C37"/>
            </a:soli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endParaRPr lang="es-CL" sz="2800" b="1" spc="-150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9461B6B1-A444-151F-D7CB-33536EF75C8A}"/>
                </a:ext>
              </a:extLst>
            </p:cNvPr>
            <p:cNvSpPr txBox="1"/>
            <p:nvPr/>
          </p:nvSpPr>
          <p:spPr>
            <a:xfrm>
              <a:off x="2841843" y="-127950"/>
              <a:ext cx="45191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36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Modelo documental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EC8ADCEC-F282-A58B-43A7-851D53AF8491}"/>
                </a:ext>
              </a:extLst>
            </p:cNvPr>
            <p:cNvSpPr txBox="1"/>
            <p:nvPr/>
          </p:nvSpPr>
          <p:spPr>
            <a:xfrm>
              <a:off x="2887563" y="509206"/>
              <a:ext cx="52667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noProof="0" dirty="0">
                  <a:solidFill>
                    <a:srgbClr val="02C2DE"/>
                  </a:solidFill>
                </a:rPr>
                <a:t>Organiza la persistencia de datos en Firestore.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A0E450B2-8E59-B5E1-934A-A30483A277EB}"/>
                </a:ext>
              </a:extLst>
            </p:cNvPr>
            <p:cNvSpPr txBox="1"/>
            <p:nvPr/>
          </p:nvSpPr>
          <p:spPr>
            <a:xfrm>
              <a:off x="1527534" y="1161366"/>
              <a:ext cx="38459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2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Colecciones y documentos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BFD7ACAC-744C-97FF-6375-5BC70CB1E6F2}"/>
                </a:ext>
              </a:extLst>
            </p:cNvPr>
            <p:cNvSpPr txBox="1"/>
            <p:nvPr/>
          </p:nvSpPr>
          <p:spPr>
            <a:xfrm>
              <a:off x="1527534" y="1536056"/>
              <a:ext cx="47466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2000" noProof="0" dirty="0">
                  <a:solidFill>
                    <a:srgbClr val="39F0FF"/>
                  </a:solidFill>
                </a:rPr>
                <a:t>Agrupan registros por su función.</a:t>
              </a:r>
              <a:endParaRPr lang="es-CL" noProof="0" dirty="0">
                <a:solidFill>
                  <a:srgbClr val="39F0FF"/>
                </a:solidFill>
              </a:endParaRP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14ABE555-3431-5BFC-3F6E-ACC926F462F2}"/>
                </a:ext>
              </a:extLst>
            </p:cNvPr>
            <p:cNvSpPr txBox="1"/>
            <p:nvPr/>
          </p:nvSpPr>
          <p:spPr>
            <a:xfrm>
              <a:off x="1527534" y="3056827"/>
              <a:ext cx="450636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2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Referencias y datos de consulta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F06EE05B-4BB2-84FA-8E12-D23F5003BD8C}"/>
                </a:ext>
              </a:extLst>
            </p:cNvPr>
            <p:cNvSpPr txBox="1"/>
            <p:nvPr/>
          </p:nvSpPr>
          <p:spPr>
            <a:xfrm>
              <a:off x="1527534" y="3431517"/>
              <a:ext cx="570166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2000" noProof="0" dirty="0">
                  <a:solidFill>
                    <a:srgbClr val="39F0FF"/>
                  </a:solidFill>
                </a:rPr>
                <a:t>Vinculan registros y facilitan su recuperación</a:t>
              </a:r>
              <a:endParaRPr lang="es-CL" noProof="0" dirty="0">
                <a:solidFill>
                  <a:srgbClr val="39F0FF"/>
                </a:solidFill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B5D08075-A03C-8447-43DD-E6259AB16A74}"/>
                </a:ext>
              </a:extLst>
            </p:cNvPr>
            <p:cNvSpPr txBox="1"/>
            <p:nvPr/>
          </p:nvSpPr>
          <p:spPr>
            <a:xfrm>
              <a:off x="1527534" y="2112515"/>
              <a:ext cx="233749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2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Subcolecciones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4AFF8F88-6CCE-ADA9-2754-32BB0B739EB0}"/>
                </a:ext>
              </a:extLst>
            </p:cNvPr>
            <p:cNvSpPr txBox="1"/>
            <p:nvPr/>
          </p:nvSpPr>
          <p:spPr>
            <a:xfrm>
              <a:off x="1527534" y="2487205"/>
              <a:ext cx="517806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2000" noProof="0" dirty="0">
                  <a:solidFill>
                    <a:srgbClr val="39F0FF"/>
                  </a:solidFill>
                </a:rPr>
                <a:t>Permiten organizar el detalle de las ordenes.</a:t>
              </a:r>
              <a:endParaRPr lang="es-CL" noProof="0" dirty="0">
                <a:solidFill>
                  <a:srgbClr val="39F0FF"/>
                </a:solidFill>
              </a:endParaRP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75A0D63B-8562-15C1-CE45-8C621F6FD9DD}"/>
                </a:ext>
              </a:extLst>
            </p:cNvPr>
            <p:cNvSpPr txBox="1"/>
            <p:nvPr/>
          </p:nvSpPr>
          <p:spPr>
            <a:xfrm>
              <a:off x="1352689" y="3975719"/>
              <a:ext cx="23631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noProof="0" dirty="0">
                  <a:solidFill>
                    <a:srgbClr val="39F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Criterio de diseño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B46F81F3-5643-2866-7568-3D6F58B70AAE}"/>
                </a:ext>
              </a:extLst>
            </p:cNvPr>
            <p:cNvSpPr txBox="1"/>
            <p:nvPr/>
          </p:nvSpPr>
          <p:spPr>
            <a:xfrm>
              <a:off x="1352689" y="4311801"/>
              <a:ext cx="711972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2000" noProof="0" dirty="0">
                  <a:solidFill>
                    <a:srgbClr val="47ABF5"/>
                  </a:solidFill>
                </a:rPr>
                <a:t>Conservar la relación entre activos, responsables y movimientos</a:t>
              </a:r>
              <a:endParaRPr lang="es-CL" noProof="0" dirty="0">
                <a:solidFill>
                  <a:srgbClr val="47ABF5"/>
                </a:solidFill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44AA7BF-4EFA-7246-1D10-F183134A7F60}"/>
              </a:ext>
            </a:extLst>
          </p:cNvPr>
          <p:cNvGrpSpPr/>
          <p:nvPr/>
        </p:nvGrpSpPr>
        <p:grpSpPr>
          <a:xfrm>
            <a:off x="552150" y="7383058"/>
            <a:ext cx="14907883" cy="715735"/>
            <a:chOff x="549595" y="6561798"/>
            <a:chExt cx="14860014" cy="1197431"/>
          </a:xfrm>
        </p:grpSpPr>
        <p:sp>
          <p:nvSpPr>
            <p:cNvPr id="42" name="Rectángulo: esquinas redondeadas 41">
              <a:extLst>
                <a:ext uri="{FF2B5EF4-FFF2-40B4-BE49-F238E27FC236}">
                  <a16:creationId xmlns:a16="http://schemas.microsoft.com/office/drawing/2014/main" id="{5044375F-75BF-C329-27F7-9D9B31577210}"/>
                </a:ext>
              </a:extLst>
            </p:cNvPr>
            <p:cNvSpPr/>
            <p:nvPr/>
          </p:nvSpPr>
          <p:spPr>
            <a:xfrm>
              <a:off x="637694" y="6561798"/>
              <a:ext cx="14771915" cy="1197427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548000" rtlCol="0" anchor="ctr"/>
            <a:lstStyle/>
            <a:p>
              <a:r>
                <a:rPr lang="es-CL" sz="20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 modelo conceptual explica el negocio; Firestore define su organización documental</a:t>
              </a:r>
              <a:endParaRPr lang="es-CL" sz="36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ectángulo: esquinas superiores redondeadas 42">
              <a:extLst>
                <a:ext uri="{FF2B5EF4-FFF2-40B4-BE49-F238E27FC236}">
                  <a16:creationId xmlns:a16="http://schemas.microsoft.com/office/drawing/2014/main" id="{6CAB04AA-81D2-468B-4FA1-7E7DCC81BE6A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44" name="Gráfico 43" descr="Database contorno">
            <a:extLst>
              <a:ext uri="{FF2B5EF4-FFF2-40B4-BE49-F238E27FC236}">
                <a16:creationId xmlns:a16="http://schemas.microsoft.com/office/drawing/2014/main" id="{AAD6BBCF-3625-7E89-198D-01F2796D9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7130" y="2453892"/>
            <a:ext cx="901105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40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33EBCC25-063F-3DFC-79C2-437960BF7E4B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6A92738A-1B95-58A4-1DD5-931531C34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28C1FC9D-A32D-A4D3-2BB9-4A50EA75E3DC}"/>
                </a:ext>
              </a:extLst>
            </p:cNvPr>
            <p:cNvGrpSpPr/>
            <p:nvPr/>
          </p:nvGrpSpPr>
          <p:grpSpPr>
            <a:xfrm>
              <a:off x="5522552" y="8343728"/>
              <a:ext cx="10076908" cy="394609"/>
              <a:chOff x="5522552" y="8343728"/>
              <a:chExt cx="10076908" cy="394609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78CBC12-52B0-3508-3A0C-59304DBD8323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FC9C774-D19E-20C5-90F2-520351A7829B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17</a:t>
                </a:r>
              </a:p>
            </p:txBody>
          </p:sp>
        </p:grp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3FDAE513-17E3-1156-49BF-017529F14542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A52B65C0-900A-2144-7594-28B28F223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9" y="224689"/>
            <a:ext cx="13666435" cy="8119040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92142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9C27CAF-EC41-BCA7-3DF5-B175B8D35FAE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0345AC98-77C1-9D95-0375-4CACAFFA78B9}"/>
                </a:ext>
              </a:extLst>
            </p:cNvPr>
            <p:cNvGrpSpPr/>
            <p:nvPr/>
          </p:nvGrpSpPr>
          <p:grpSpPr>
            <a:xfrm>
              <a:off x="0" y="0"/>
              <a:ext cx="15925800" cy="8963025"/>
              <a:chOff x="0" y="0"/>
              <a:chExt cx="15925800" cy="8963025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0C0ACD17-C0EF-F203-A6CF-6A7919087C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5925800" cy="8963025"/>
              </a:xfrm>
              <a:prstGeom prst="rect">
                <a:avLst/>
              </a:prstGeom>
            </p:spPr>
          </p:pic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CB8334EF-2BCD-B343-AEB3-81B035434EBE}"/>
                  </a:ext>
                </a:extLst>
              </p:cNvPr>
              <p:cNvGrpSpPr/>
              <p:nvPr/>
            </p:nvGrpSpPr>
            <p:grpSpPr>
              <a:xfrm>
                <a:off x="420624" y="128351"/>
                <a:ext cx="15178836" cy="8609986"/>
                <a:chOff x="420624" y="128351"/>
                <a:chExt cx="15178836" cy="8609986"/>
              </a:xfrm>
            </p:grpSpPr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EF032B48-1A70-7BF2-F02B-886158ADCC5F}"/>
                    </a:ext>
                  </a:extLst>
                </p:cNvPr>
                <p:cNvSpPr txBox="1"/>
                <p:nvPr/>
              </p:nvSpPr>
              <p:spPr>
                <a:xfrm>
                  <a:off x="744813" y="128351"/>
                  <a:ext cx="26480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GATI </a:t>
                  </a:r>
                  <a:r>
                    <a:rPr lang="es-CL" sz="2400" b="1" spc="300" noProof="0" dirty="0">
                      <a:solidFill>
                        <a:schemeClr val="bg1"/>
                      </a:solidFill>
                      <a:cs typeface="Arial" panose="020B0604020202020204" pitchFamily="34" charset="0"/>
                    </a:rPr>
                    <a:t>·</a:t>
                  </a:r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ENTREGA 2</a:t>
                  </a:r>
                </a:p>
              </p:txBody>
            </p:sp>
            <p:cxnSp>
              <p:nvCxnSpPr>
                <p:cNvPr id="9" name="Conector recto 8">
                  <a:extLst>
                    <a:ext uri="{FF2B5EF4-FFF2-40B4-BE49-F238E27FC236}">
                      <a16:creationId xmlns:a16="http://schemas.microsoft.com/office/drawing/2014/main" id="{39A520C6-C62D-4E92-F9AB-32C193E6A928}"/>
                    </a:ext>
                  </a:extLst>
                </p:cNvPr>
                <p:cNvCxnSpPr/>
                <p:nvPr/>
              </p:nvCxnSpPr>
              <p:spPr>
                <a:xfrm>
                  <a:off x="420624" y="8221260"/>
                  <a:ext cx="15012000" cy="0"/>
                </a:xfrm>
                <a:prstGeom prst="line">
                  <a:avLst/>
                </a:prstGeom>
                <a:ln w="41275" cap="rnd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3B74283B-BCC2-EC4B-FBEC-97A1A80AFA81}"/>
                    </a:ext>
                  </a:extLst>
                </p:cNvPr>
                <p:cNvSpPr txBox="1"/>
                <p:nvPr/>
              </p:nvSpPr>
              <p:spPr>
                <a:xfrm>
                  <a:off x="5522552" y="8445949"/>
                  <a:ext cx="4880695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300" spc="300" noProof="0" dirty="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rPr>
                    <a:t>CAPSTONE · INGENIERÍA EN INFORMÁTICA</a:t>
                  </a: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348EAD14-B99B-D485-CA22-7ABDCA706814}"/>
                    </a:ext>
                  </a:extLst>
                </p:cNvPr>
                <p:cNvSpPr txBox="1"/>
                <p:nvPr/>
              </p:nvSpPr>
              <p:spPr>
                <a:xfrm>
                  <a:off x="15110224" y="8343728"/>
                  <a:ext cx="4892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CL"/>
                  </a:defPPr>
                  <a:lvl1pPr>
                    <a:defRPr sz="1300" spc="30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s-CL" sz="1600" noProof="0" dirty="0"/>
                    <a:t>18</a:t>
                  </a:r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B0F2D19-D192-AC3D-9856-018B21B5BEA4}"/>
                  </a:ext>
                </a:extLst>
              </p:cNvPr>
              <p:cNvSpPr txBox="1"/>
              <p:nvPr/>
            </p:nvSpPr>
            <p:spPr>
              <a:xfrm>
                <a:off x="420624" y="8461338"/>
                <a:ext cx="22599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2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TI – ONE SOLUTION</a:t>
                </a:r>
              </a:p>
            </p:txBody>
          </p:sp>
        </p:grp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7FAABD5C-B716-E74B-2D98-1B693E6099EB}"/>
                </a:ext>
              </a:extLst>
            </p:cNvPr>
            <p:cNvCxnSpPr>
              <a:cxnSpLocks/>
            </p:cNvCxnSpPr>
            <p:nvPr/>
          </p:nvCxnSpPr>
          <p:spPr>
            <a:xfrm>
              <a:off x="584549" y="1294026"/>
              <a:ext cx="1147446" cy="0"/>
            </a:xfrm>
            <a:prstGeom prst="line">
              <a:avLst/>
            </a:prstGeom>
            <a:ln w="76200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B08914B9-8756-8850-1F78-1D43B1DC19F7}"/>
              </a:ext>
            </a:extLst>
          </p:cNvPr>
          <p:cNvGrpSpPr/>
          <p:nvPr/>
        </p:nvGrpSpPr>
        <p:grpSpPr>
          <a:xfrm>
            <a:off x="9595189" y="2099169"/>
            <a:ext cx="5787285" cy="4726605"/>
            <a:chOff x="2171597" y="2578914"/>
            <a:chExt cx="5787285" cy="2245903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9E3AC959-AE08-396D-46F4-9EB450EE0DEB}"/>
                </a:ext>
              </a:extLst>
            </p:cNvPr>
            <p:cNvSpPr/>
            <p:nvPr/>
          </p:nvSpPr>
          <p:spPr>
            <a:xfrm>
              <a:off x="2180084" y="2589617"/>
              <a:ext cx="5771293" cy="2235200"/>
            </a:xfrm>
            <a:prstGeom prst="roundRect">
              <a:avLst>
                <a:gd name="adj" fmla="val 5019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88000" rtlCol="0" anchor="ctr"/>
            <a:lstStyle/>
            <a:p>
              <a:endParaRPr lang="es-CL" sz="2100" b="1" noProof="0" dirty="0">
                <a:solidFill>
                  <a:srgbClr val="10F6FF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4" name="Rectángulo: esquinas superiores redondeadas 13">
              <a:extLst>
                <a:ext uri="{FF2B5EF4-FFF2-40B4-BE49-F238E27FC236}">
                  <a16:creationId xmlns:a16="http://schemas.microsoft.com/office/drawing/2014/main" id="{6AD608CD-CE73-1F12-78C4-57B84AD2D2F4}"/>
                </a:ext>
              </a:extLst>
            </p:cNvPr>
            <p:cNvSpPr/>
            <p:nvPr/>
          </p:nvSpPr>
          <p:spPr>
            <a:xfrm>
              <a:off x="2171597" y="2578914"/>
              <a:ext cx="5787285" cy="134893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13E1F2"/>
                </a:gs>
                <a:gs pos="48000">
                  <a:srgbClr val="0DABC5"/>
                </a:gs>
                <a:gs pos="100000">
                  <a:srgbClr val="10F6FF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BDE121-0960-BDAE-CAF8-A06445956F5B}"/>
              </a:ext>
            </a:extLst>
          </p:cNvPr>
          <p:cNvSpPr txBox="1"/>
          <p:nvPr/>
        </p:nvSpPr>
        <p:spPr>
          <a:xfrm>
            <a:off x="420624" y="387225"/>
            <a:ext cx="139367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000" spc="-15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Vista de procesos: Asignación de activos</a:t>
            </a:r>
          </a:p>
        </p:txBody>
      </p:sp>
      <p:sp>
        <p:nvSpPr>
          <p:cNvPr id="16" name="Diseño e Inicio del Desarrollo">
            <a:extLst>
              <a:ext uri="{FF2B5EF4-FFF2-40B4-BE49-F238E27FC236}">
                <a16:creationId xmlns:a16="http://schemas.microsoft.com/office/drawing/2014/main" id="{8FA324C7-8098-12AC-4EFC-36B840F05DB3}"/>
              </a:ext>
            </a:extLst>
          </p:cNvPr>
          <p:cNvSpPr>
            <a:spLocks noGrp="1"/>
          </p:cNvSpPr>
          <p:nvPr/>
        </p:nvSpPr>
        <p:spPr>
          <a:xfrm>
            <a:off x="466344" y="1420259"/>
            <a:ext cx="13891031" cy="4280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5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Colaboración de los elementos del sistema durante una operación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173BEE7-F68A-AEB1-5B9C-50F9B239EA05}"/>
              </a:ext>
            </a:extLst>
          </p:cNvPr>
          <p:cNvSpPr txBox="1"/>
          <p:nvPr/>
        </p:nvSpPr>
        <p:spPr>
          <a:xfrm>
            <a:off x="466344" y="2204159"/>
            <a:ext cx="4190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Interacción principal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2C7B06E-E07E-6BDF-E8B5-0328DA2069E1}"/>
              </a:ext>
            </a:extLst>
          </p:cNvPr>
          <p:cNvSpPr txBox="1"/>
          <p:nvPr/>
        </p:nvSpPr>
        <p:spPr>
          <a:xfrm>
            <a:off x="1719915" y="2885858"/>
            <a:ext cx="303640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5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Interfaz de usuario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CD207C8-144C-B912-55DC-CBA28BA36D50}"/>
              </a:ext>
            </a:extLst>
          </p:cNvPr>
          <p:cNvSpPr txBox="1"/>
          <p:nvPr/>
        </p:nvSpPr>
        <p:spPr>
          <a:xfrm>
            <a:off x="1719915" y="3292673"/>
            <a:ext cx="6548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rgbClr val="D0EBFC"/>
                </a:solidFill>
              </a:rPr>
              <a:t>Recoge el activo seleccionado y los datos del funcionario.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2744E61-890E-C608-8C08-18AC84E3F8DE}"/>
              </a:ext>
            </a:extLst>
          </p:cNvPr>
          <p:cNvSpPr txBox="1"/>
          <p:nvPr/>
        </p:nvSpPr>
        <p:spPr>
          <a:xfrm>
            <a:off x="11015513" y="5559316"/>
            <a:ext cx="29466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5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Manejo de errores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EEEC76B-57ED-16A6-AACF-4BF678790744}"/>
              </a:ext>
            </a:extLst>
          </p:cNvPr>
          <p:cNvSpPr txBox="1"/>
          <p:nvPr/>
        </p:nvSpPr>
        <p:spPr>
          <a:xfrm>
            <a:off x="11015513" y="5966131"/>
            <a:ext cx="422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noProof="0" dirty="0">
                <a:solidFill>
                  <a:srgbClr val="D0EBFC"/>
                </a:solidFill>
              </a:rPr>
              <a:t>Informar fallos y evitar confirmar una operación incompleta.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A7EF2F1-EB0A-6F1F-5E95-A7E6EF649251}"/>
              </a:ext>
            </a:extLst>
          </p:cNvPr>
          <p:cNvSpPr txBox="1"/>
          <p:nvPr/>
        </p:nvSpPr>
        <p:spPr>
          <a:xfrm>
            <a:off x="1731995" y="3876790"/>
            <a:ext cx="373050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5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Servicios de aplicación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F43D7A-8268-C5E4-CE70-0C9651EC5738}"/>
              </a:ext>
            </a:extLst>
          </p:cNvPr>
          <p:cNvSpPr txBox="1"/>
          <p:nvPr/>
        </p:nvSpPr>
        <p:spPr>
          <a:xfrm>
            <a:off x="1731995" y="4283605"/>
            <a:ext cx="6324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rgbClr val="D0EBFC"/>
                </a:solidFill>
              </a:rPr>
              <a:t>Coordinan la operación y verifican los datos requeridos.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430A28D-6545-4872-F320-A8F6F0C5BA7E}"/>
              </a:ext>
            </a:extLst>
          </p:cNvPr>
          <p:cNvSpPr txBox="1"/>
          <p:nvPr/>
        </p:nvSpPr>
        <p:spPr>
          <a:xfrm>
            <a:off x="1775103" y="4867722"/>
            <a:ext cx="20730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5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Persistencia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D0354E6-A509-D6C5-523C-D4639F694AEE}"/>
              </a:ext>
            </a:extLst>
          </p:cNvPr>
          <p:cNvSpPr txBox="1"/>
          <p:nvPr/>
        </p:nvSpPr>
        <p:spPr>
          <a:xfrm>
            <a:off x="1775103" y="5274537"/>
            <a:ext cx="6101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rgbClr val="D0EBFC"/>
                </a:solidFill>
              </a:rPr>
              <a:t>Registra la asignación y actualiza el estado del activo.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031FE69-F0C5-DA58-6758-73C9122A858E}"/>
              </a:ext>
            </a:extLst>
          </p:cNvPr>
          <p:cNvSpPr txBox="1"/>
          <p:nvPr/>
        </p:nvSpPr>
        <p:spPr>
          <a:xfrm>
            <a:off x="1731995" y="5858654"/>
            <a:ext cx="340830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5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al usuario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42A1F26-EA9E-37A5-B887-40016335EFD9}"/>
              </a:ext>
            </a:extLst>
          </p:cNvPr>
          <p:cNvSpPr txBox="1"/>
          <p:nvPr/>
        </p:nvSpPr>
        <p:spPr>
          <a:xfrm>
            <a:off x="1731995" y="6265469"/>
            <a:ext cx="6081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rgbClr val="D0EBFC"/>
                </a:solidFill>
              </a:rPr>
              <a:t>Informa el resultado y actualiza la información visible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179C1C1-1B89-7BFE-EFCD-9087F47530F9}"/>
              </a:ext>
            </a:extLst>
          </p:cNvPr>
          <p:cNvSpPr txBox="1"/>
          <p:nvPr/>
        </p:nvSpPr>
        <p:spPr>
          <a:xfrm>
            <a:off x="11015513" y="3124754"/>
            <a:ext cx="21259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5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Autorización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3F192EF-C33A-85CA-812F-B2628F0B35C4}"/>
              </a:ext>
            </a:extLst>
          </p:cNvPr>
          <p:cNvSpPr txBox="1"/>
          <p:nvPr/>
        </p:nvSpPr>
        <p:spPr>
          <a:xfrm>
            <a:off x="11015513" y="3531569"/>
            <a:ext cx="42239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rgbClr val="D0EBFC"/>
                </a:solidFill>
              </a:rPr>
              <a:t>Permisos para ejecutar la operación.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FF2AE7F-A2BD-C54B-1805-DF121BF0FE80}"/>
              </a:ext>
            </a:extLst>
          </p:cNvPr>
          <p:cNvSpPr txBox="1"/>
          <p:nvPr/>
        </p:nvSpPr>
        <p:spPr>
          <a:xfrm>
            <a:off x="11015513" y="4337491"/>
            <a:ext cx="217880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5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Consistencia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1D7EA2A-FE0E-1DF9-0BF6-9340ADB2FC2D}"/>
              </a:ext>
            </a:extLst>
          </p:cNvPr>
          <p:cNvSpPr txBox="1"/>
          <p:nvPr/>
        </p:nvSpPr>
        <p:spPr>
          <a:xfrm>
            <a:off x="11015513" y="4744306"/>
            <a:ext cx="4358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noProof="0" dirty="0">
                <a:solidFill>
                  <a:srgbClr val="D0EBFC"/>
                </a:solidFill>
              </a:rPr>
              <a:t>Disponibilidad del activo al confirmar.</a:t>
            </a:r>
          </a:p>
        </p:txBody>
      </p:sp>
      <p:pic>
        <p:nvPicPr>
          <p:cNvPr id="32" name="Gráfico 31" descr="Shield Tick contorno">
            <a:extLst>
              <a:ext uri="{FF2B5EF4-FFF2-40B4-BE49-F238E27FC236}">
                <a16:creationId xmlns:a16="http://schemas.microsoft.com/office/drawing/2014/main" id="{FE9BA489-2C3B-19DF-5FE1-C60B61EAF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5166" y="3158377"/>
            <a:ext cx="729262" cy="751687"/>
          </a:xfrm>
          <a:prstGeom prst="rect">
            <a:avLst/>
          </a:prstGeom>
        </p:spPr>
      </p:pic>
      <p:pic>
        <p:nvPicPr>
          <p:cNvPr id="33" name="Gráfico 32" descr="Database contorno">
            <a:extLst>
              <a:ext uri="{FF2B5EF4-FFF2-40B4-BE49-F238E27FC236}">
                <a16:creationId xmlns:a16="http://schemas.microsoft.com/office/drawing/2014/main" id="{3E3F0A94-C86A-B9C4-9305-092FF8BD4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5241" y="4333619"/>
            <a:ext cx="841065" cy="810797"/>
          </a:xfrm>
          <a:prstGeom prst="rect">
            <a:avLst/>
          </a:prstGeom>
        </p:spPr>
      </p:pic>
      <p:pic>
        <p:nvPicPr>
          <p:cNvPr id="34" name="Gráfico 33" descr="Warning contorno">
            <a:extLst>
              <a:ext uri="{FF2B5EF4-FFF2-40B4-BE49-F238E27FC236}">
                <a16:creationId xmlns:a16="http://schemas.microsoft.com/office/drawing/2014/main" id="{510746A1-C8C4-8336-EC3C-5C9AB465B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35166" y="5584681"/>
            <a:ext cx="729262" cy="707886"/>
          </a:xfrm>
          <a:prstGeom prst="rect">
            <a:avLst/>
          </a:prstGeom>
        </p:spPr>
      </p:pic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491DF7F2-96FF-F5EF-3FE1-DF39322A01CB}"/>
              </a:ext>
            </a:extLst>
          </p:cNvPr>
          <p:cNvCxnSpPr>
            <a:cxnSpLocks/>
          </p:cNvCxnSpPr>
          <p:nvPr/>
        </p:nvCxnSpPr>
        <p:spPr>
          <a:xfrm>
            <a:off x="9972879" y="4162292"/>
            <a:ext cx="5041036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CDF05F5B-B6E5-6857-07A1-AF458245F970}"/>
              </a:ext>
            </a:extLst>
          </p:cNvPr>
          <p:cNvCxnSpPr>
            <a:cxnSpLocks/>
          </p:cNvCxnSpPr>
          <p:nvPr/>
        </p:nvCxnSpPr>
        <p:spPr>
          <a:xfrm>
            <a:off x="9972879" y="5419345"/>
            <a:ext cx="5041036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29D94C4-B4B0-BA3D-EF41-F0DA42CDB317}"/>
              </a:ext>
            </a:extLst>
          </p:cNvPr>
          <p:cNvSpPr txBox="1"/>
          <p:nvPr/>
        </p:nvSpPr>
        <p:spPr>
          <a:xfrm>
            <a:off x="9834099" y="2360530"/>
            <a:ext cx="5309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spc="-15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Aspectos que debe controlar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13E8FD74-C94C-D2B7-AC95-CE2583057622}"/>
              </a:ext>
            </a:extLst>
          </p:cNvPr>
          <p:cNvGrpSpPr/>
          <p:nvPr/>
        </p:nvGrpSpPr>
        <p:grpSpPr>
          <a:xfrm>
            <a:off x="467086" y="6985968"/>
            <a:ext cx="14907883" cy="1077017"/>
            <a:chOff x="549595" y="6561798"/>
            <a:chExt cx="14860014" cy="1197431"/>
          </a:xfrm>
        </p:grpSpPr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CA5DB0F5-F471-4A65-04D3-371FB42F7A59}"/>
                </a:ext>
              </a:extLst>
            </p:cNvPr>
            <p:cNvSpPr/>
            <p:nvPr/>
          </p:nvSpPr>
          <p:spPr>
            <a:xfrm>
              <a:off x="637694" y="6561798"/>
              <a:ext cx="14771915" cy="1197427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548000" rtlCol="0" anchor="ctr"/>
            <a:lstStyle/>
            <a:p>
              <a:r>
                <a:rPr lang="es-CL" sz="24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Escenario de referencia</a:t>
              </a:r>
              <a:br>
                <a:rPr lang="es-CL" sz="20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s-CL" sz="20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Asignar un activo disponible a un funcionario y conservar la trazabilidad del movimiento.</a:t>
              </a:r>
              <a:endParaRPr lang="es-CL" sz="36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ángulo: esquinas superiores redondeadas 39">
              <a:extLst>
                <a:ext uri="{FF2B5EF4-FFF2-40B4-BE49-F238E27FC236}">
                  <a16:creationId xmlns:a16="http://schemas.microsoft.com/office/drawing/2014/main" id="{B256B2CD-45B8-7EE2-D8A7-CBD839BA2B53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854E23EC-46F8-9E58-0B24-E9C212946071}"/>
              </a:ext>
            </a:extLst>
          </p:cNvPr>
          <p:cNvCxnSpPr>
            <a:cxnSpLocks/>
          </p:cNvCxnSpPr>
          <p:nvPr/>
        </p:nvCxnSpPr>
        <p:spPr>
          <a:xfrm flipV="1">
            <a:off x="1480192" y="3000586"/>
            <a:ext cx="0" cy="58417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EFC0526-2071-8F1C-6524-3B7F4FD05B0F}"/>
              </a:ext>
            </a:extLst>
          </p:cNvPr>
          <p:cNvSpPr txBox="1"/>
          <p:nvPr/>
        </p:nvSpPr>
        <p:spPr>
          <a:xfrm>
            <a:off x="453314" y="2861786"/>
            <a:ext cx="8611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800" b="1" noProof="0" dirty="0">
                <a:solidFill>
                  <a:srgbClr val="39F0FF"/>
                </a:solidFill>
                <a:latin typeface="Consolas" panose="020B0609020204030204" pitchFamily="49" charset="0"/>
              </a:rPr>
              <a:t>01</a:t>
            </a:r>
            <a:endParaRPr lang="es-CL" sz="4400" b="1" noProof="0" dirty="0">
              <a:solidFill>
                <a:srgbClr val="39F0FF"/>
              </a:solidFill>
              <a:latin typeface="Consolas" panose="020B0609020204030204" pitchFamily="49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71C1C80-8DBC-848F-B7A5-2EC25C4CE96B}"/>
              </a:ext>
            </a:extLst>
          </p:cNvPr>
          <p:cNvCxnSpPr>
            <a:cxnSpLocks/>
          </p:cNvCxnSpPr>
          <p:nvPr/>
        </p:nvCxnSpPr>
        <p:spPr>
          <a:xfrm flipV="1">
            <a:off x="1500108" y="3991518"/>
            <a:ext cx="0" cy="58417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93A357F-82D9-81C5-F07C-1B9D9BA819D9}"/>
              </a:ext>
            </a:extLst>
          </p:cNvPr>
          <p:cNvSpPr txBox="1"/>
          <p:nvPr/>
        </p:nvSpPr>
        <p:spPr>
          <a:xfrm>
            <a:off x="503496" y="3803356"/>
            <a:ext cx="8611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800" b="1" noProof="0" dirty="0">
                <a:solidFill>
                  <a:srgbClr val="39F0FF"/>
                </a:solidFill>
                <a:latin typeface="Consolas" panose="020B0609020204030204" pitchFamily="49" charset="0"/>
              </a:rPr>
              <a:t>02</a:t>
            </a:r>
            <a:endParaRPr lang="es-CL" sz="4400" b="1" noProof="0" dirty="0">
              <a:solidFill>
                <a:srgbClr val="39F0FF"/>
              </a:solidFill>
              <a:latin typeface="Consolas" panose="020B0609020204030204" pitchFamily="49" charset="0"/>
            </a:endParaRP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9A9E81B8-3829-7C99-0768-0DCD825AEE3F}"/>
              </a:ext>
            </a:extLst>
          </p:cNvPr>
          <p:cNvCxnSpPr>
            <a:cxnSpLocks/>
          </p:cNvCxnSpPr>
          <p:nvPr/>
        </p:nvCxnSpPr>
        <p:spPr>
          <a:xfrm flipV="1">
            <a:off x="1500108" y="4994186"/>
            <a:ext cx="0" cy="58417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2342344F-3200-A075-4AE8-14FFC06F484A}"/>
              </a:ext>
            </a:extLst>
          </p:cNvPr>
          <p:cNvSpPr txBox="1"/>
          <p:nvPr/>
        </p:nvSpPr>
        <p:spPr>
          <a:xfrm>
            <a:off x="503496" y="4806024"/>
            <a:ext cx="8611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800" b="1" noProof="0" dirty="0">
                <a:solidFill>
                  <a:srgbClr val="39F0FF"/>
                </a:solidFill>
                <a:latin typeface="Consolas" panose="020B0609020204030204" pitchFamily="49" charset="0"/>
              </a:rPr>
              <a:t>03</a:t>
            </a:r>
            <a:endParaRPr lang="es-CL" sz="4400" b="1" noProof="0" dirty="0">
              <a:solidFill>
                <a:srgbClr val="39F0FF"/>
              </a:solidFill>
              <a:latin typeface="Consolas" panose="020B0609020204030204" pitchFamily="49" charset="0"/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1B4648EF-93D8-E7D1-8C29-7369D8F9509F}"/>
              </a:ext>
            </a:extLst>
          </p:cNvPr>
          <p:cNvCxnSpPr>
            <a:cxnSpLocks/>
          </p:cNvCxnSpPr>
          <p:nvPr/>
        </p:nvCxnSpPr>
        <p:spPr>
          <a:xfrm flipV="1">
            <a:off x="1501011" y="5996854"/>
            <a:ext cx="0" cy="58417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5572335-C8BC-13A7-FB51-26CB94AC3543}"/>
              </a:ext>
            </a:extLst>
          </p:cNvPr>
          <p:cNvSpPr txBox="1"/>
          <p:nvPr/>
        </p:nvSpPr>
        <p:spPr>
          <a:xfrm>
            <a:off x="504399" y="5808692"/>
            <a:ext cx="8611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800" b="1" noProof="0" dirty="0">
                <a:solidFill>
                  <a:srgbClr val="39F0FF"/>
                </a:solidFill>
                <a:latin typeface="Consolas" panose="020B0609020204030204" pitchFamily="49" charset="0"/>
              </a:rPr>
              <a:t>04</a:t>
            </a:r>
            <a:endParaRPr lang="es-CL" sz="4400" b="1" noProof="0" dirty="0">
              <a:solidFill>
                <a:srgbClr val="39F0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821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6C7F9793-2528-4E0E-45D8-7013FF432C41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1E8C7D88-72DD-2D73-A49D-6EEBCF91E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72E87AC-4DE8-3966-3369-1247C48FCE71}"/>
                </a:ext>
              </a:extLst>
            </p:cNvPr>
            <p:cNvGrpSpPr/>
            <p:nvPr/>
          </p:nvGrpSpPr>
          <p:grpSpPr>
            <a:xfrm>
              <a:off x="5522552" y="8343728"/>
              <a:ext cx="10076908" cy="394609"/>
              <a:chOff x="5522552" y="8343728"/>
              <a:chExt cx="10076908" cy="394609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CF53043-5987-E031-7377-CD4564EB2166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B77022D-198C-8461-72A7-1A86812E2241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19</a:t>
                </a:r>
              </a:p>
            </p:txBody>
          </p:sp>
        </p:grp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D0F21AA0-0434-900D-DB50-11296EE64194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8ECFB74-764A-F9B2-447E-4F241F66D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0"/>
          <a:stretch>
            <a:fillRect/>
          </a:stretch>
        </p:blipFill>
        <p:spPr>
          <a:xfrm>
            <a:off x="1879319" y="240077"/>
            <a:ext cx="12167160" cy="8221261"/>
          </a:xfrm>
          <a:prstGeom prst="rect">
            <a:avLst/>
          </a:prstGeom>
          <a:effectLst>
            <a:glow rad="228600">
              <a:schemeClr val="bg1">
                <a:alpha val="5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330313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FEBAC26-886D-4A80-9D94-E480FE9DE220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8B584B3F-3C93-A957-016D-343465D1E58F}"/>
                </a:ext>
              </a:extLst>
            </p:cNvPr>
            <p:cNvGrpSpPr/>
            <p:nvPr/>
          </p:nvGrpSpPr>
          <p:grpSpPr>
            <a:xfrm>
              <a:off x="0" y="0"/>
              <a:ext cx="15925800" cy="8963025"/>
              <a:chOff x="0" y="0"/>
              <a:chExt cx="15925800" cy="8963025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3B1D78B9-3846-EB27-BDD5-58C56755F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5925800" cy="8963025"/>
              </a:xfrm>
              <a:prstGeom prst="rect">
                <a:avLst/>
              </a:prstGeom>
            </p:spPr>
          </p:pic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6AA1D535-47A9-EBBB-EF01-327B62E5DCAC}"/>
                  </a:ext>
                </a:extLst>
              </p:cNvPr>
              <p:cNvGrpSpPr/>
              <p:nvPr/>
            </p:nvGrpSpPr>
            <p:grpSpPr>
              <a:xfrm>
                <a:off x="420624" y="128351"/>
                <a:ext cx="15178836" cy="8609986"/>
                <a:chOff x="420624" y="128351"/>
                <a:chExt cx="15178836" cy="8609986"/>
              </a:xfrm>
            </p:grpSpPr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F32EB287-2A6D-3F2C-443A-4EA05DC06200}"/>
                    </a:ext>
                  </a:extLst>
                </p:cNvPr>
                <p:cNvSpPr txBox="1"/>
                <p:nvPr/>
              </p:nvSpPr>
              <p:spPr>
                <a:xfrm>
                  <a:off x="744813" y="128351"/>
                  <a:ext cx="26480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GATI </a:t>
                  </a:r>
                  <a:r>
                    <a:rPr lang="es-CL" sz="2400" b="1" spc="300" noProof="0" dirty="0">
                      <a:solidFill>
                        <a:schemeClr val="bg1"/>
                      </a:solidFill>
                      <a:cs typeface="Arial" panose="020B0604020202020204" pitchFamily="34" charset="0"/>
                    </a:rPr>
                    <a:t>·</a:t>
                  </a:r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ENTREGA 2</a:t>
                  </a:r>
                </a:p>
              </p:txBody>
            </p:sp>
            <p:cxnSp>
              <p:nvCxnSpPr>
                <p:cNvPr id="9" name="Conector recto 8">
                  <a:extLst>
                    <a:ext uri="{FF2B5EF4-FFF2-40B4-BE49-F238E27FC236}">
                      <a16:creationId xmlns:a16="http://schemas.microsoft.com/office/drawing/2014/main" id="{B5378DE6-ED08-FE1F-3329-125F1C684767}"/>
                    </a:ext>
                  </a:extLst>
                </p:cNvPr>
                <p:cNvCxnSpPr/>
                <p:nvPr/>
              </p:nvCxnSpPr>
              <p:spPr>
                <a:xfrm>
                  <a:off x="420624" y="8117351"/>
                  <a:ext cx="15012000" cy="0"/>
                </a:xfrm>
                <a:prstGeom prst="line">
                  <a:avLst/>
                </a:prstGeom>
                <a:ln w="41275" cap="rnd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BDC26450-C562-DA3D-A0E3-2AAECCA54E1A}"/>
                    </a:ext>
                  </a:extLst>
                </p:cNvPr>
                <p:cNvSpPr txBox="1"/>
                <p:nvPr/>
              </p:nvSpPr>
              <p:spPr>
                <a:xfrm>
                  <a:off x="5522552" y="8445949"/>
                  <a:ext cx="4880695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300" spc="300" noProof="0" dirty="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rPr>
                    <a:t>CAPSTONE · INGENIERÍA EN INFORMÁTICA</a:t>
                  </a: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4D5F9459-554F-9309-6A90-D756CEEA54AB}"/>
                    </a:ext>
                  </a:extLst>
                </p:cNvPr>
                <p:cNvSpPr txBox="1"/>
                <p:nvPr/>
              </p:nvSpPr>
              <p:spPr>
                <a:xfrm>
                  <a:off x="15110224" y="8343728"/>
                  <a:ext cx="4892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CL"/>
                  </a:defPPr>
                  <a:lvl1pPr>
                    <a:defRPr sz="1300" spc="30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s-CL" sz="1600" noProof="0" dirty="0"/>
                    <a:t>20</a:t>
                  </a:r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48374BF-705A-20D1-F95F-643CB3516E63}"/>
                  </a:ext>
                </a:extLst>
              </p:cNvPr>
              <p:cNvSpPr txBox="1"/>
              <p:nvPr/>
            </p:nvSpPr>
            <p:spPr>
              <a:xfrm>
                <a:off x="420624" y="8461338"/>
                <a:ext cx="22599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2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TI – ONE SOLUTION</a:t>
                </a:r>
              </a:p>
            </p:txBody>
          </p:sp>
        </p:grp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993373EF-2BE0-DBF3-4241-CEA1B764C8E0}"/>
                </a:ext>
              </a:extLst>
            </p:cNvPr>
            <p:cNvCxnSpPr>
              <a:cxnSpLocks/>
            </p:cNvCxnSpPr>
            <p:nvPr/>
          </p:nvCxnSpPr>
          <p:spPr>
            <a:xfrm>
              <a:off x="1022984" y="1333500"/>
              <a:ext cx="1147446" cy="0"/>
            </a:xfrm>
            <a:prstGeom prst="line">
              <a:avLst/>
            </a:prstGeom>
            <a:ln w="76200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91EA44E3-16FC-FE2F-62B8-A6065BBCBDA1}"/>
              </a:ext>
            </a:extLst>
          </p:cNvPr>
          <p:cNvGrpSpPr/>
          <p:nvPr/>
        </p:nvGrpSpPr>
        <p:grpSpPr>
          <a:xfrm>
            <a:off x="7940918" y="2240796"/>
            <a:ext cx="7182101" cy="2046361"/>
            <a:chOff x="687281" y="2617198"/>
            <a:chExt cx="7182101" cy="2046361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31793EDD-4C6C-28F8-767B-92693686FA65}"/>
                </a:ext>
              </a:extLst>
            </p:cNvPr>
            <p:cNvGrpSpPr/>
            <p:nvPr/>
          </p:nvGrpSpPr>
          <p:grpSpPr>
            <a:xfrm>
              <a:off x="687281" y="2617198"/>
              <a:ext cx="7182101" cy="2046361"/>
              <a:chOff x="2180078" y="2579830"/>
              <a:chExt cx="5771299" cy="2244987"/>
            </a:xfrm>
          </p:grpSpPr>
          <p:sp>
            <p:nvSpPr>
              <p:cNvPr id="15" name="Rectángulo: esquinas redondeadas 14">
                <a:extLst>
                  <a:ext uri="{FF2B5EF4-FFF2-40B4-BE49-F238E27FC236}">
                    <a16:creationId xmlns:a16="http://schemas.microsoft.com/office/drawing/2014/main" id="{86152BC5-BAF1-0835-2B38-AD33ECFF53F5}"/>
                  </a:ext>
                </a:extLst>
              </p:cNvPr>
              <p:cNvSpPr/>
              <p:nvPr/>
            </p:nvSpPr>
            <p:spPr>
              <a:xfrm>
                <a:off x="2180084" y="2589617"/>
                <a:ext cx="5771293" cy="2235200"/>
              </a:xfrm>
              <a:prstGeom prst="roundRect">
                <a:avLst>
                  <a:gd name="adj" fmla="val 5019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endParaRPr lang="es-CL" sz="2100" b="1" noProof="0" dirty="0">
                  <a:solidFill>
                    <a:srgbClr val="10F6FF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6" name="Rectángulo: esquinas superiores redondeadas 15">
                <a:extLst>
                  <a:ext uri="{FF2B5EF4-FFF2-40B4-BE49-F238E27FC236}">
                    <a16:creationId xmlns:a16="http://schemas.microsoft.com/office/drawing/2014/main" id="{32E6E2ED-2E74-3B2D-71CC-9FA94FC5C192}"/>
                  </a:ext>
                </a:extLst>
              </p:cNvPr>
              <p:cNvSpPr/>
              <p:nvPr/>
            </p:nvSpPr>
            <p:spPr>
              <a:xfrm>
                <a:off x="2180078" y="2579830"/>
                <a:ext cx="5771299" cy="13489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17F3E957-8FA2-336F-DD58-B576C54AB419}"/>
                </a:ext>
              </a:extLst>
            </p:cNvPr>
            <p:cNvSpPr txBox="1"/>
            <p:nvPr/>
          </p:nvSpPr>
          <p:spPr>
            <a:xfrm>
              <a:off x="2275423" y="2863243"/>
              <a:ext cx="5593959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2893362-F30B-4BA1-76DC-32D389AE54A0}"/>
              </a:ext>
            </a:extLst>
          </p:cNvPr>
          <p:cNvGrpSpPr/>
          <p:nvPr/>
        </p:nvGrpSpPr>
        <p:grpSpPr>
          <a:xfrm>
            <a:off x="7962899" y="4529820"/>
            <a:ext cx="7182101" cy="2046361"/>
            <a:chOff x="687281" y="2617198"/>
            <a:chExt cx="7182101" cy="2046361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663EC102-BC7E-FA0F-23F0-D7CBD844F7B8}"/>
                </a:ext>
              </a:extLst>
            </p:cNvPr>
            <p:cNvGrpSpPr/>
            <p:nvPr/>
          </p:nvGrpSpPr>
          <p:grpSpPr>
            <a:xfrm>
              <a:off x="687281" y="2617198"/>
              <a:ext cx="7182101" cy="2046361"/>
              <a:chOff x="2180078" y="2579830"/>
              <a:chExt cx="5771299" cy="2244987"/>
            </a:xfrm>
          </p:grpSpPr>
          <p:sp>
            <p:nvSpPr>
              <p:cNvPr id="20" name="Rectángulo: esquinas redondeadas 19">
                <a:extLst>
                  <a:ext uri="{FF2B5EF4-FFF2-40B4-BE49-F238E27FC236}">
                    <a16:creationId xmlns:a16="http://schemas.microsoft.com/office/drawing/2014/main" id="{191E1EBB-C3A5-6F8E-E6DA-6A772F0FFEA8}"/>
                  </a:ext>
                </a:extLst>
              </p:cNvPr>
              <p:cNvSpPr/>
              <p:nvPr/>
            </p:nvSpPr>
            <p:spPr>
              <a:xfrm>
                <a:off x="2180084" y="2589617"/>
                <a:ext cx="5771293" cy="2235200"/>
              </a:xfrm>
              <a:prstGeom prst="roundRect">
                <a:avLst>
                  <a:gd name="adj" fmla="val 5019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endParaRPr lang="es-CL" sz="2100" b="1" noProof="0" dirty="0">
                  <a:solidFill>
                    <a:srgbClr val="10F6FF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ángulo: esquinas superiores redondeadas 20">
                <a:extLst>
                  <a:ext uri="{FF2B5EF4-FFF2-40B4-BE49-F238E27FC236}">
                    <a16:creationId xmlns:a16="http://schemas.microsoft.com/office/drawing/2014/main" id="{6421F41D-5D00-4C55-55DE-558157195E97}"/>
                  </a:ext>
                </a:extLst>
              </p:cNvPr>
              <p:cNvSpPr/>
              <p:nvPr/>
            </p:nvSpPr>
            <p:spPr>
              <a:xfrm>
                <a:off x="2180078" y="2579830"/>
                <a:ext cx="5771299" cy="13489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05BA490-26A9-41B9-71F7-9F69CC3B83E8}"/>
                </a:ext>
              </a:extLst>
            </p:cNvPr>
            <p:cNvSpPr txBox="1"/>
            <p:nvPr/>
          </p:nvSpPr>
          <p:spPr>
            <a:xfrm>
              <a:off x="2275423" y="2863243"/>
              <a:ext cx="5593959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92E655A-CB87-6A1B-7CF4-AA6265C75767}"/>
              </a:ext>
            </a:extLst>
          </p:cNvPr>
          <p:cNvSpPr txBox="1"/>
          <p:nvPr/>
        </p:nvSpPr>
        <p:spPr>
          <a:xfrm>
            <a:off x="466344" y="435572"/>
            <a:ext cx="155051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800" spc="-15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Vista de desarrollo: organización en paquetes</a:t>
            </a:r>
          </a:p>
        </p:txBody>
      </p:sp>
      <p:sp>
        <p:nvSpPr>
          <p:cNvPr id="23" name="Diseño e Inicio del Desarrollo">
            <a:extLst>
              <a:ext uri="{FF2B5EF4-FFF2-40B4-BE49-F238E27FC236}">
                <a16:creationId xmlns:a16="http://schemas.microsoft.com/office/drawing/2014/main" id="{14B355E6-F2CD-4225-9BF0-E114D21F164E}"/>
              </a:ext>
            </a:extLst>
          </p:cNvPr>
          <p:cNvSpPr>
            <a:spLocks noGrp="1"/>
          </p:cNvSpPr>
          <p:nvPr/>
        </p:nvSpPr>
        <p:spPr>
          <a:xfrm>
            <a:off x="466344" y="1420259"/>
            <a:ext cx="13891031" cy="5454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5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Responsabilidades de los elementos de la aplicación Ionic y Angular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9403AC13-822E-ACCE-BC15-7DB577AB1E2D}"/>
              </a:ext>
            </a:extLst>
          </p:cNvPr>
          <p:cNvGrpSpPr/>
          <p:nvPr/>
        </p:nvGrpSpPr>
        <p:grpSpPr>
          <a:xfrm>
            <a:off x="571779" y="2255469"/>
            <a:ext cx="7182101" cy="2046361"/>
            <a:chOff x="687281" y="2617198"/>
            <a:chExt cx="7182101" cy="2046361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B9DB30E8-2EC8-1E75-0D79-6FB41BA6A6E7}"/>
                </a:ext>
              </a:extLst>
            </p:cNvPr>
            <p:cNvGrpSpPr/>
            <p:nvPr/>
          </p:nvGrpSpPr>
          <p:grpSpPr>
            <a:xfrm>
              <a:off x="687281" y="2617198"/>
              <a:ext cx="7182101" cy="2046361"/>
              <a:chOff x="2180078" y="2579830"/>
              <a:chExt cx="5771299" cy="2244987"/>
            </a:xfrm>
          </p:grpSpPr>
          <p:sp>
            <p:nvSpPr>
              <p:cNvPr id="44" name="Rectángulo: esquinas redondeadas 43">
                <a:extLst>
                  <a:ext uri="{FF2B5EF4-FFF2-40B4-BE49-F238E27FC236}">
                    <a16:creationId xmlns:a16="http://schemas.microsoft.com/office/drawing/2014/main" id="{82AD9138-32D7-8C70-46F5-F8442970D8C5}"/>
                  </a:ext>
                </a:extLst>
              </p:cNvPr>
              <p:cNvSpPr/>
              <p:nvPr/>
            </p:nvSpPr>
            <p:spPr>
              <a:xfrm>
                <a:off x="2180084" y="2589617"/>
                <a:ext cx="5771293" cy="2235200"/>
              </a:xfrm>
              <a:prstGeom prst="roundRect">
                <a:avLst>
                  <a:gd name="adj" fmla="val 5019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endParaRPr lang="es-CL" sz="2100" b="1" noProof="0" dirty="0">
                  <a:solidFill>
                    <a:srgbClr val="10F6FF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ángulo: esquinas superiores redondeadas 44">
                <a:extLst>
                  <a:ext uri="{FF2B5EF4-FFF2-40B4-BE49-F238E27FC236}">
                    <a16:creationId xmlns:a16="http://schemas.microsoft.com/office/drawing/2014/main" id="{C70A2BCB-33A1-3941-521A-3428C3A0241A}"/>
                  </a:ext>
                </a:extLst>
              </p:cNvPr>
              <p:cNvSpPr/>
              <p:nvPr/>
            </p:nvSpPr>
            <p:spPr>
              <a:xfrm>
                <a:off x="2180078" y="2579830"/>
                <a:ext cx="5771299" cy="13489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grpSp>
          <p:nvGrpSpPr>
            <p:cNvPr id="26" name="Gráfico 33" descr="Web design contorno">
              <a:extLst>
                <a:ext uri="{FF2B5EF4-FFF2-40B4-BE49-F238E27FC236}">
                  <a16:creationId xmlns:a16="http://schemas.microsoft.com/office/drawing/2014/main" id="{EC566BBA-D4BB-B6F1-A434-518972DECCDE}"/>
                </a:ext>
              </a:extLst>
            </p:cNvPr>
            <p:cNvGrpSpPr/>
            <p:nvPr/>
          </p:nvGrpSpPr>
          <p:grpSpPr>
            <a:xfrm>
              <a:off x="1004922" y="3022818"/>
              <a:ext cx="1049696" cy="930227"/>
              <a:chOff x="8394969" y="3242331"/>
              <a:chExt cx="1049696" cy="930227"/>
            </a:xfrm>
            <a:solidFill>
              <a:srgbClr val="39F0FF"/>
            </a:solidFill>
          </p:grpSpPr>
          <p:sp>
            <p:nvSpPr>
              <p:cNvPr id="40" name="Forma libre: forma 39">
                <a:extLst>
                  <a:ext uri="{FF2B5EF4-FFF2-40B4-BE49-F238E27FC236}">
                    <a16:creationId xmlns:a16="http://schemas.microsoft.com/office/drawing/2014/main" id="{06FEB186-7E7E-61BC-C1D5-F92F60EC7EC2}"/>
                  </a:ext>
                </a:extLst>
              </p:cNvPr>
              <p:cNvSpPr/>
              <p:nvPr/>
            </p:nvSpPr>
            <p:spPr>
              <a:xfrm>
                <a:off x="8394969" y="3242331"/>
                <a:ext cx="1049696" cy="930227"/>
              </a:xfrm>
              <a:custGeom>
                <a:avLst/>
                <a:gdLst>
                  <a:gd name="csX0" fmla="*/ 0 w 1049696"/>
                  <a:gd name="csY0" fmla="*/ 930227 h 930227"/>
                  <a:gd name="csX1" fmla="*/ 1049697 w 1049696"/>
                  <a:gd name="csY1" fmla="*/ 930227 h 930227"/>
                  <a:gd name="csX2" fmla="*/ 1049697 w 1049696"/>
                  <a:gd name="csY2" fmla="*/ 0 h 930227"/>
                  <a:gd name="csX3" fmla="*/ 0 w 1049696"/>
                  <a:gd name="csY3" fmla="*/ 0 h 930227"/>
                  <a:gd name="csX4" fmla="*/ 26242 w 1049696"/>
                  <a:gd name="csY4" fmla="*/ 900220 h 930227"/>
                  <a:gd name="csX5" fmla="*/ 26242 w 1049696"/>
                  <a:gd name="csY5" fmla="*/ 240059 h 930227"/>
                  <a:gd name="csX6" fmla="*/ 1023454 w 1049696"/>
                  <a:gd name="csY6" fmla="*/ 240059 h 930227"/>
                  <a:gd name="csX7" fmla="*/ 1023454 w 1049696"/>
                  <a:gd name="csY7" fmla="*/ 900220 h 930227"/>
                  <a:gd name="csX8" fmla="*/ 1023454 w 1049696"/>
                  <a:gd name="csY8" fmla="*/ 30007 h 930227"/>
                  <a:gd name="csX9" fmla="*/ 1023454 w 1049696"/>
                  <a:gd name="csY9" fmla="*/ 210051 h 930227"/>
                  <a:gd name="csX10" fmla="*/ 26242 w 1049696"/>
                  <a:gd name="csY10" fmla="*/ 210051 h 930227"/>
                  <a:gd name="csX11" fmla="*/ 26242 w 1049696"/>
                  <a:gd name="csY11" fmla="*/ 30007 h 930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049696" h="930227">
                    <a:moveTo>
                      <a:pt x="0" y="930227"/>
                    </a:moveTo>
                    <a:lnTo>
                      <a:pt x="1049697" y="930227"/>
                    </a:lnTo>
                    <a:lnTo>
                      <a:pt x="1049697" y="0"/>
                    </a:lnTo>
                    <a:lnTo>
                      <a:pt x="0" y="0"/>
                    </a:lnTo>
                    <a:close/>
                    <a:moveTo>
                      <a:pt x="26242" y="900220"/>
                    </a:moveTo>
                    <a:lnTo>
                      <a:pt x="26242" y="240059"/>
                    </a:lnTo>
                    <a:lnTo>
                      <a:pt x="1023454" y="240059"/>
                    </a:lnTo>
                    <a:lnTo>
                      <a:pt x="1023454" y="900220"/>
                    </a:lnTo>
                    <a:close/>
                    <a:moveTo>
                      <a:pt x="1023454" y="30007"/>
                    </a:moveTo>
                    <a:lnTo>
                      <a:pt x="1023454" y="210051"/>
                    </a:lnTo>
                    <a:lnTo>
                      <a:pt x="26242" y="210051"/>
                    </a:lnTo>
                    <a:lnTo>
                      <a:pt x="26242" y="30007"/>
                    </a:lnTo>
                    <a:close/>
                  </a:path>
                </a:pathLst>
              </a:custGeom>
              <a:grpFill/>
              <a:ln w="13097" cap="flat">
                <a:solidFill>
                  <a:srgbClr val="39F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DE1861AE-233A-9D24-D4C3-8572C7F8703C}"/>
                  </a:ext>
                </a:extLst>
              </p:cNvPr>
              <p:cNvSpPr/>
              <p:nvPr/>
            </p:nvSpPr>
            <p:spPr>
              <a:xfrm>
                <a:off x="9090393" y="3332353"/>
                <a:ext cx="52484" cy="60014"/>
              </a:xfrm>
              <a:prstGeom prst="ellipse">
                <a:avLst/>
              </a:prstGeom>
              <a:grpFill/>
              <a:ln w="13097" cap="flat">
                <a:solidFill>
                  <a:srgbClr val="39F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F974399F-6667-DB98-0E8A-0E64F7696718}"/>
                  </a:ext>
                </a:extLst>
              </p:cNvPr>
              <p:cNvSpPr/>
              <p:nvPr/>
            </p:nvSpPr>
            <p:spPr>
              <a:xfrm>
                <a:off x="9182242" y="3332353"/>
                <a:ext cx="52484" cy="60014"/>
              </a:xfrm>
              <a:prstGeom prst="ellipse">
                <a:avLst/>
              </a:prstGeom>
              <a:grpFill/>
              <a:ln w="13097" cap="flat">
                <a:solidFill>
                  <a:srgbClr val="39F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3" name="Elipse 42">
                <a:extLst>
                  <a:ext uri="{FF2B5EF4-FFF2-40B4-BE49-F238E27FC236}">
                    <a16:creationId xmlns:a16="http://schemas.microsoft.com/office/drawing/2014/main" id="{7971DD83-D0DF-01A8-540C-52E75CC11B8A}"/>
                  </a:ext>
                </a:extLst>
              </p:cNvPr>
              <p:cNvSpPr/>
              <p:nvPr/>
            </p:nvSpPr>
            <p:spPr>
              <a:xfrm>
                <a:off x="9274090" y="3332353"/>
                <a:ext cx="52484" cy="60014"/>
              </a:xfrm>
              <a:prstGeom prst="ellipse">
                <a:avLst/>
              </a:prstGeom>
              <a:grpFill/>
              <a:ln w="13097" cap="flat">
                <a:solidFill>
                  <a:srgbClr val="39F0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</p:grpSp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59DFF226-0931-4FBC-CD2A-9E5B075D597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31826" y="3366437"/>
              <a:ext cx="292000" cy="468000"/>
              <a:chOff x="9005993" y="2671625"/>
              <a:chExt cx="763357" cy="1223452"/>
            </a:xfrm>
          </p:grpSpPr>
          <p:sp>
            <p:nvSpPr>
              <p:cNvPr id="32" name="Rectángulo: esquinas redondeadas 31">
                <a:extLst>
                  <a:ext uri="{FF2B5EF4-FFF2-40B4-BE49-F238E27FC236}">
                    <a16:creationId xmlns:a16="http://schemas.microsoft.com/office/drawing/2014/main" id="{1AE02724-21BB-4C9E-BF96-29D69378DDEA}"/>
                  </a:ext>
                </a:extLst>
              </p:cNvPr>
              <p:cNvSpPr/>
              <p:nvPr/>
            </p:nvSpPr>
            <p:spPr>
              <a:xfrm>
                <a:off x="9005993" y="2671625"/>
                <a:ext cx="763357" cy="1223452"/>
              </a:xfrm>
              <a:prstGeom prst="roundRect">
                <a:avLst/>
              </a:prstGeom>
              <a:solidFill>
                <a:srgbClr val="011839"/>
              </a:solidFill>
              <a:ln w="38100">
                <a:solidFill>
                  <a:srgbClr val="39F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63436195-DB64-9320-BC31-D05AC251D2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92114" y="3125687"/>
                <a:ext cx="0" cy="315327"/>
              </a:xfrm>
              <a:prstGeom prst="line">
                <a:avLst/>
              </a:prstGeom>
              <a:ln w="50800" cap="rnd">
                <a:solidFill>
                  <a:srgbClr val="39F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>
                <a:extLst>
                  <a:ext uri="{FF2B5EF4-FFF2-40B4-BE49-F238E27FC236}">
                    <a16:creationId xmlns:a16="http://schemas.microsoft.com/office/drawing/2014/main" id="{377579A9-DEF6-7AD7-E090-84BB9B9947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83229" y="3125686"/>
                <a:ext cx="0" cy="315327"/>
              </a:xfrm>
              <a:prstGeom prst="line">
                <a:avLst/>
              </a:prstGeom>
              <a:ln w="50800" cap="rnd">
                <a:solidFill>
                  <a:srgbClr val="39F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>
                <a:extLst>
                  <a:ext uri="{FF2B5EF4-FFF2-40B4-BE49-F238E27FC236}">
                    <a16:creationId xmlns:a16="http://schemas.microsoft.com/office/drawing/2014/main" id="{4FD88FD9-F75F-E044-B722-1D0D2D91AA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1916" y="3179702"/>
                <a:ext cx="0" cy="208838"/>
              </a:xfrm>
              <a:prstGeom prst="line">
                <a:avLst/>
              </a:prstGeom>
              <a:ln w="50800" cap="rnd">
                <a:solidFill>
                  <a:srgbClr val="39F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35">
                <a:extLst>
                  <a:ext uri="{FF2B5EF4-FFF2-40B4-BE49-F238E27FC236}">
                    <a16:creationId xmlns:a16="http://schemas.microsoft.com/office/drawing/2014/main" id="{E9715400-0A22-3E13-64AE-55553E6EA4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7672" y="3178930"/>
                <a:ext cx="0" cy="208838"/>
              </a:xfrm>
              <a:prstGeom prst="line">
                <a:avLst/>
              </a:prstGeom>
              <a:ln w="50800" cap="rnd">
                <a:solidFill>
                  <a:srgbClr val="39F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cto 36">
                <a:extLst>
                  <a:ext uri="{FF2B5EF4-FFF2-40B4-BE49-F238E27FC236}">
                    <a16:creationId xmlns:a16="http://schemas.microsoft.com/office/drawing/2014/main" id="{063A2653-CA6F-F5C4-DF47-F5C310A9E5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81404" y="3178930"/>
                <a:ext cx="0" cy="208838"/>
              </a:xfrm>
              <a:prstGeom prst="line">
                <a:avLst/>
              </a:prstGeom>
              <a:ln w="50800" cap="rnd">
                <a:solidFill>
                  <a:srgbClr val="39F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ector recto 37">
                <a:extLst>
                  <a:ext uri="{FF2B5EF4-FFF2-40B4-BE49-F238E27FC236}">
                    <a16:creationId xmlns:a16="http://schemas.microsoft.com/office/drawing/2014/main" id="{555DE614-86F5-6907-011F-F64AB52C31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31365" y="3752584"/>
                <a:ext cx="112614" cy="0"/>
              </a:xfrm>
              <a:prstGeom prst="line">
                <a:avLst/>
              </a:prstGeom>
              <a:ln w="50800" cap="rnd">
                <a:solidFill>
                  <a:srgbClr val="39F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recto 38">
                <a:extLst>
                  <a:ext uri="{FF2B5EF4-FFF2-40B4-BE49-F238E27FC236}">
                    <a16:creationId xmlns:a16="http://schemas.microsoft.com/office/drawing/2014/main" id="{63C08F2F-0882-2E5B-5FF6-2D903D163D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31365" y="2822674"/>
                <a:ext cx="112614" cy="0"/>
              </a:xfrm>
              <a:prstGeom prst="line">
                <a:avLst/>
              </a:prstGeom>
              <a:ln w="50800" cap="rnd">
                <a:solidFill>
                  <a:srgbClr val="032F5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AC85DEFF-6E91-01A2-5555-CEFBE95517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5702" y="3717046"/>
              <a:ext cx="217128" cy="0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2A7A6C5C-1954-FC02-46A8-BDA9D2444F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5702" y="3600436"/>
              <a:ext cx="308977" cy="0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B0A0843A-0D6A-C294-E8C8-CAF3537C3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9770" y="3487931"/>
              <a:ext cx="308977" cy="0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F77B2A2D-D256-561D-B88E-FB9F7FD52258}"/>
                </a:ext>
              </a:extLst>
            </p:cNvPr>
            <p:cNvSpPr txBox="1"/>
            <p:nvPr/>
          </p:nvSpPr>
          <p:spPr>
            <a:xfrm>
              <a:off x="2275423" y="2863243"/>
              <a:ext cx="5593959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b="1" noProof="0" dirty="0">
                  <a:solidFill>
                    <a:srgbClr val="39F0FF"/>
                  </a:solidFill>
                  <a:latin typeface="Consolas" panose="020B0609020204030204" pitchFamily="49" charset="0"/>
                </a:rPr>
                <a:t>01</a:t>
              </a:r>
            </a:p>
            <a:p>
              <a:r>
                <a:rPr lang="es-CL" sz="25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Paginas y componentes</a:t>
              </a:r>
            </a:p>
            <a:p>
              <a:endParaRPr lang="es-CL" sz="1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s-CL" sz="1900" noProof="0" dirty="0">
                  <a:solidFill>
                    <a:srgbClr val="D0EBF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Presentan pantallas y elementos de interacción.</a:t>
              </a:r>
            </a:p>
            <a:p>
              <a:r>
                <a:rPr lang="es-CL" sz="1900" noProof="0" dirty="0">
                  <a:solidFill>
                    <a:srgbClr val="D0EBF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Recepción, inventario y gestión de activos.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67A2A8B5-A217-6157-3749-9E8E26C1D306}"/>
              </a:ext>
            </a:extLst>
          </p:cNvPr>
          <p:cNvGrpSpPr/>
          <p:nvPr/>
        </p:nvGrpSpPr>
        <p:grpSpPr>
          <a:xfrm>
            <a:off x="571778" y="4520899"/>
            <a:ext cx="7182101" cy="2046361"/>
            <a:chOff x="687281" y="2617198"/>
            <a:chExt cx="7182101" cy="2046361"/>
          </a:xfrm>
        </p:grpSpPr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7E4858F4-7FC7-9AD6-7346-D01103081A65}"/>
                </a:ext>
              </a:extLst>
            </p:cNvPr>
            <p:cNvGrpSpPr/>
            <p:nvPr/>
          </p:nvGrpSpPr>
          <p:grpSpPr>
            <a:xfrm>
              <a:off x="687281" y="2617198"/>
              <a:ext cx="7182101" cy="2046361"/>
              <a:chOff x="2180078" y="2579830"/>
              <a:chExt cx="5771299" cy="2244987"/>
            </a:xfrm>
          </p:grpSpPr>
          <p:sp>
            <p:nvSpPr>
              <p:cNvPr id="49" name="Rectángulo: esquinas redondeadas 48">
                <a:extLst>
                  <a:ext uri="{FF2B5EF4-FFF2-40B4-BE49-F238E27FC236}">
                    <a16:creationId xmlns:a16="http://schemas.microsoft.com/office/drawing/2014/main" id="{91A047FC-F2C7-7CF0-213D-37D10267A9BF}"/>
                  </a:ext>
                </a:extLst>
              </p:cNvPr>
              <p:cNvSpPr/>
              <p:nvPr/>
            </p:nvSpPr>
            <p:spPr>
              <a:xfrm>
                <a:off x="2180084" y="2589617"/>
                <a:ext cx="5771293" cy="2235200"/>
              </a:xfrm>
              <a:prstGeom prst="roundRect">
                <a:avLst>
                  <a:gd name="adj" fmla="val 5019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endParaRPr lang="es-CL" sz="2100" b="1" noProof="0" dirty="0">
                  <a:solidFill>
                    <a:srgbClr val="10F6FF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0" name="Rectángulo: esquinas superiores redondeadas 49">
                <a:extLst>
                  <a:ext uri="{FF2B5EF4-FFF2-40B4-BE49-F238E27FC236}">
                    <a16:creationId xmlns:a16="http://schemas.microsoft.com/office/drawing/2014/main" id="{A39E70AC-2F7E-E407-AC67-1E151C8863AF}"/>
                  </a:ext>
                </a:extLst>
              </p:cNvPr>
              <p:cNvSpPr/>
              <p:nvPr/>
            </p:nvSpPr>
            <p:spPr>
              <a:xfrm>
                <a:off x="2180078" y="2579830"/>
                <a:ext cx="5771299" cy="13489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C7CE8F88-F3C5-8E1C-F7A5-94BA87A1776D}"/>
                </a:ext>
              </a:extLst>
            </p:cNvPr>
            <p:cNvSpPr txBox="1"/>
            <p:nvPr/>
          </p:nvSpPr>
          <p:spPr>
            <a:xfrm>
              <a:off x="2275423" y="2863243"/>
              <a:ext cx="5593959" cy="1523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b="1" noProof="0" dirty="0">
                  <a:solidFill>
                    <a:srgbClr val="39F0FF"/>
                  </a:solidFill>
                  <a:latin typeface="Consolas" panose="020B0609020204030204" pitchFamily="49" charset="0"/>
                </a:rPr>
                <a:t>03</a:t>
              </a:r>
            </a:p>
            <a:p>
              <a:r>
                <a:rPr lang="es-CL" sz="25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Rutas y controles de acceso</a:t>
              </a:r>
            </a:p>
            <a:p>
              <a:endParaRPr lang="es-CL" sz="1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s-CL" sz="1900" noProof="0" dirty="0">
                  <a:solidFill>
                    <a:srgbClr val="D0EBF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Organizan la navegación y protegen las vistas.</a:t>
              </a:r>
            </a:p>
            <a:p>
              <a:r>
                <a:rPr lang="es-CL" sz="1900" noProof="0" dirty="0">
                  <a:solidFill>
                    <a:srgbClr val="D0EBF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Validación de sesión y permisos de acceso.</a:t>
              </a:r>
            </a:p>
          </p:txBody>
        </p:sp>
      </p:grpSp>
      <p:sp>
        <p:nvSpPr>
          <p:cNvPr id="51" name="Forma libre: forma 50">
            <a:extLst>
              <a:ext uri="{FF2B5EF4-FFF2-40B4-BE49-F238E27FC236}">
                <a16:creationId xmlns:a16="http://schemas.microsoft.com/office/drawing/2014/main" id="{B5B48DD5-CEDA-664F-9B80-5AEB79A938D5}"/>
              </a:ext>
            </a:extLst>
          </p:cNvPr>
          <p:cNvSpPr/>
          <p:nvPr/>
        </p:nvSpPr>
        <p:spPr>
          <a:xfrm>
            <a:off x="947165" y="4893332"/>
            <a:ext cx="934521" cy="970904"/>
          </a:xfrm>
          <a:custGeom>
            <a:avLst/>
            <a:gdLst>
              <a:gd name="csX0" fmla="*/ 886929 w 934521"/>
              <a:gd name="csY0" fmla="*/ 178001 h 970904"/>
              <a:gd name="csX1" fmla="*/ 506332 w 934521"/>
              <a:gd name="csY1" fmla="*/ 15550 h 970904"/>
              <a:gd name="csX2" fmla="*/ 433590 w 934521"/>
              <a:gd name="csY2" fmla="*/ 10871 h 970904"/>
              <a:gd name="csX3" fmla="*/ 428202 w 934521"/>
              <a:gd name="csY3" fmla="*/ 15550 h 970904"/>
              <a:gd name="csX4" fmla="*/ 47592 w 934521"/>
              <a:gd name="csY4" fmla="*/ 177846 h 970904"/>
              <a:gd name="csX5" fmla="*/ 2 w 934521"/>
              <a:gd name="csY5" fmla="*/ 223750 h 970904"/>
              <a:gd name="csX6" fmla="*/ 2 w 934521"/>
              <a:gd name="csY6" fmla="*/ 339413 h 970904"/>
              <a:gd name="csX7" fmla="*/ 438515 w 934521"/>
              <a:gd name="csY7" fmla="*/ 963534 h 970904"/>
              <a:gd name="csX8" fmla="*/ 496005 w 934521"/>
              <a:gd name="csY8" fmla="*/ 963534 h 970904"/>
              <a:gd name="csX9" fmla="*/ 934519 w 934521"/>
              <a:gd name="csY9" fmla="*/ 339532 h 970904"/>
              <a:gd name="csX10" fmla="*/ 934519 w 934521"/>
              <a:gd name="csY10" fmla="*/ 223893 h 970904"/>
              <a:gd name="csX11" fmla="*/ 886929 w 934521"/>
              <a:gd name="csY11" fmla="*/ 178001 h 970904"/>
              <a:gd name="csX12" fmla="*/ 907018 w 934521"/>
              <a:gd name="csY12" fmla="*/ 339568 h 970904"/>
              <a:gd name="csX13" fmla="*/ 481141 w 934521"/>
              <a:gd name="csY13" fmla="*/ 943466 h 970904"/>
              <a:gd name="csX14" fmla="*/ 453393 w 934521"/>
              <a:gd name="csY14" fmla="*/ 943466 h 970904"/>
              <a:gd name="csX15" fmla="*/ 27503 w 934521"/>
              <a:gd name="csY15" fmla="*/ 339436 h 970904"/>
              <a:gd name="csX16" fmla="*/ 27503 w 934521"/>
              <a:gd name="csY16" fmla="*/ 223774 h 970904"/>
              <a:gd name="csX17" fmla="*/ 49806 w 934521"/>
              <a:gd name="csY17" fmla="*/ 201676 h 970904"/>
              <a:gd name="csX18" fmla="*/ 448567 w 934521"/>
              <a:gd name="csY18" fmla="*/ 31652 h 970904"/>
              <a:gd name="csX19" fmla="*/ 467212 w 934521"/>
              <a:gd name="csY19" fmla="*/ 23912 h 970904"/>
              <a:gd name="csX20" fmla="*/ 485995 w 934521"/>
              <a:gd name="csY20" fmla="*/ 31652 h 970904"/>
              <a:gd name="csX21" fmla="*/ 884756 w 934521"/>
              <a:gd name="csY21" fmla="*/ 201795 h 970904"/>
              <a:gd name="csX22" fmla="*/ 907073 w 934521"/>
              <a:gd name="csY22" fmla="*/ 223893 h 970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934521" h="970904">
                <a:moveTo>
                  <a:pt x="886929" y="178001"/>
                </a:moveTo>
                <a:cubicBezTo>
                  <a:pt x="740935" y="167749"/>
                  <a:pt x="604885" y="109677"/>
                  <a:pt x="506332" y="15550"/>
                </a:cubicBezTo>
                <a:cubicBezTo>
                  <a:pt x="487732" y="-3192"/>
                  <a:pt x="455164" y="-5287"/>
                  <a:pt x="433590" y="10871"/>
                </a:cubicBezTo>
                <a:cubicBezTo>
                  <a:pt x="431663" y="12313"/>
                  <a:pt x="429862" y="13877"/>
                  <a:pt x="428202" y="15550"/>
                </a:cubicBezTo>
                <a:cubicBezTo>
                  <a:pt x="329660" y="109673"/>
                  <a:pt x="193584" y="167696"/>
                  <a:pt x="47592" y="177846"/>
                </a:cubicBezTo>
                <a:cubicBezTo>
                  <a:pt x="20432" y="180122"/>
                  <a:pt x="-224" y="200048"/>
                  <a:pt x="2" y="223750"/>
                </a:cubicBezTo>
                <a:lnTo>
                  <a:pt x="2" y="339413"/>
                </a:lnTo>
                <a:cubicBezTo>
                  <a:pt x="2" y="591008"/>
                  <a:pt x="183638" y="821139"/>
                  <a:pt x="438515" y="963534"/>
                </a:cubicBezTo>
                <a:cubicBezTo>
                  <a:pt x="456010" y="973361"/>
                  <a:pt x="478511" y="973361"/>
                  <a:pt x="496005" y="963534"/>
                </a:cubicBezTo>
                <a:cubicBezTo>
                  <a:pt x="750896" y="821139"/>
                  <a:pt x="934519" y="591128"/>
                  <a:pt x="934519" y="339532"/>
                </a:cubicBezTo>
                <a:lnTo>
                  <a:pt x="934519" y="223893"/>
                </a:lnTo>
                <a:cubicBezTo>
                  <a:pt x="934784" y="200180"/>
                  <a:pt x="914105" y="180239"/>
                  <a:pt x="886929" y="178001"/>
                </a:cubicBezTo>
                <a:close/>
                <a:moveTo>
                  <a:pt x="907018" y="339568"/>
                </a:moveTo>
                <a:cubicBezTo>
                  <a:pt x="907018" y="568731"/>
                  <a:pt x="747816" y="794490"/>
                  <a:pt x="481141" y="943466"/>
                </a:cubicBezTo>
                <a:cubicBezTo>
                  <a:pt x="472707" y="948237"/>
                  <a:pt x="461827" y="948237"/>
                  <a:pt x="453393" y="943466"/>
                </a:cubicBezTo>
                <a:cubicBezTo>
                  <a:pt x="186718" y="794478"/>
                  <a:pt x="27503" y="568671"/>
                  <a:pt x="27503" y="339436"/>
                </a:cubicBezTo>
                <a:lnTo>
                  <a:pt x="27503" y="223774"/>
                </a:lnTo>
                <a:cubicBezTo>
                  <a:pt x="27258" y="212511"/>
                  <a:pt x="36920" y="202937"/>
                  <a:pt x="49806" y="201676"/>
                </a:cubicBezTo>
                <a:cubicBezTo>
                  <a:pt x="202791" y="191154"/>
                  <a:pt x="345400" y="130348"/>
                  <a:pt x="448567" y="31652"/>
                </a:cubicBezTo>
                <a:cubicBezTo>
                  <a:pt x="453236" y="26891"/>
                  <a:pt x="460015" y="24078"/>
                  <a:pt x="467212" y="23912"/>
                </a:cubicBezTo>
                <a:cubicBezTo>
                  <a:pt x="474449" y="24077"/>
                  <a:pt x="481269" y="26888"/>
                  <a:pt x="485995" y="31652"/>
                </a:cubicBezTo>
                <a:cubicBezTo>
                  <a:pt x="589183" y="130340"/>
                  <a:pt x="731771" y="191179"/>
                  <a:pt x="884756" y="201795"/>
                </a:cubicBezTo>
                <a:cubicBezTo>
                  <a:pt x="897647" y="203052"/>
                  <a:pt x="907318" y="212627"/>
                  <a:pt x="907073" y="223893"/>
                </a:cubicBezTo>
                <a:close/>
              </a:path>
            </a:pathLst>
          </a:custGeom>
          <a:solidFill>
            <a:srgbClr val="39F0FF"/>
          </a:solidFill>
          <a:ln w="24801" cap="flat">
            <a:solidFill>
              <a:srgbClr val="39F0FF"/>
            </a:solidFill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52" name="Gráfico 51" descr="Single gear contorno">
            <a:extLst>
              <a:ext uri="{FF2B5EF4-FFF2-40B4-BE49-F238E27FC236}">
                <a16:creationId xmlns:a16="http://schemas.microsoft.com/office/drawing/2014/main" id="{E7DC8768-8EB3-90D1-4EAF-3C8E3C19A1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1852" y="2532202"/>
            <a:ext cx="1188000" cy="1188000"/>
          </a:xfrm>
          <a:prstGeom prst="rect">
            <a:avLst/>
          </a:prstGeom>
        </p:spPr>
      </p:pic>
      <p:pic>
        <p:nvPicPr>
          <p:cNvPr id="53" name="Gráfico 52" descr="Cloud contorno">
            <a:extLst>
              <a:ext uri="{FF2B5EF4-FFF2-40B4-BE49-F238E27FC236}">
                <a16:creationId xmlns:a16="http://schemas.microsoft.com/office/drawing/2014/main" id="{2DC07468-623A-A902-516C-82F710CA21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211852" y="4687871"/>
            <a:ext cx="1162243" cy="12720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FF4C0F58-A585-FE5C-CF19-AF0EA083CD33}"/>
              </a:ext>
            </a:extLst>
          </p:cNvPr>
          <p:cNvSpPr txBox="1"/>
          <p:nvPr/>
        </p:nvSpPr>
        <p:spPr>
          <a:xfrm>
            <a:off x="9589276" y="2537270"/>
            <a:ext cx="5593959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noProof="0" dirty="0">
                <a:solidFill>
                  <a:srgbClr val="39F0FF"/>
                </a:solidFill>
                <a:latin typeface="Consolas" panose="020B0609020204030204" pitchFamily="49" charset="0"/>
              </a:rPr>
              <a:t>02</a:t>
            </a:r>
          </a:p>
          <a:p>
            <a:r>
              <a:rPr lang="es-CL" sz="25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Servicios de aplicación</a:t>
            </a:r>
          </a:p>
          <a:p>
            <a:endParaRPr lang="es-CL" sz="12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Coordinan operaciones y acceso a la información.</a:t>
            </a:r>
          </a:p>
          <a:p>
            <a:r>
              <a: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Inventario, asignaciones e integración externa.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9401267-0952-3415-325F-72349865F2F1}"/>
              </a:ext>
            </a:extLst>
          </p:cNvPr>
          <p:cNvSpPr txBox="1"/>
          <p:nvPr/>
        </p:nvSpPr>
        <p:spPr>
          <a:xfrm>
            <a:off x="9589276" y="4766944"/>
            <a:ext cx="5886517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noProof="0" dirty="0">
                <a:solidFill>
                  <a:srgbClr val="39F0FF"/>
                </a:solidFill>
                <a:latin typeface="Consolas" panose="020B0609020204030204" pitchFamily="49" charset="0"/>
              </a:rPr>
              <a:t>04</a:t>
            </a:r>
          </a:p>
          <a:p>
            <a:r>
              <a:rPr lang="es-CL" sz="25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Acceso a servicios externos</a:t>
            </a:r>
          </a:p>
          <a:p>
            <a:endParaRPr lang="es-CL" sz="12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Encapsula la comunicación con Firebase y compras</a:t>
            </a:r>
          </a:p>
          <a:p>
            <a:r>
              <a: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Authentication, Firestore y API REST.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49476CF0-3935-E942-4083-2CADFF0224FB}"/>
              </a:ext>
            </a:extLst>
          </p:cNvPr>
          <p:cNvGrpSpPr/>
          <p:nvPr/>
        </p:nvGrpSpPr>
        <p:grpSpPr>
          <a:xfrm>
            <a:off x="571778" y="6885554"/>
            <a:ext cx="14573222" cy="956741"/>
            <a:chOff x="549595" y="6561796"/>
            <a:chExt cx="14860014" cy="1197433"/>
          </a:xfrm>
        </p:grpSpPr>
        <p:sp>
          <p:nvSpPr>
            <p:cNvPr id="57" name="Rectángulo: esquinas redondeadas 56">
              <a:extLst>
                <a:ext uri="{FF2B5EF4-FFF2-40B4-BE49-F238E27FC236}">
                  <a16:creationId xmlns:a16="http://schemas.microsoft.com/office/drawing/2014/main" id="{57FF3EBE-A9E2-4114-8EAD-56253AB7B8C5}"/>
                </a:ext>
              </a:extLst>
            </p:cNvPr>
            <p:cNvSpPr/>
            <p:nvPr/>
          </p:nvSpPr>
          <p:spPr>
            <a:xfrm>
              <a:off x="637694" y="6561796"/>
              <a:ext cx="14771915" cy="1197427"/>
            </a:xfrm>
            <a:prstGeom prst="roundRect">
              <a:avLst>
                <a:gd name="adj" fmla="val 7114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24000" rtlCol="0" anchor="ctr"/>
            <a:lstStyle/>
            <a:p>
              <a:r>
                <a:rPr lang="es-CL" sz="24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Criterio de organización</a:t>
              </a:r>
              <a:br>
                <a:rPr lang="es-CL" sz="20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s-CL" sz="2000" b="1" noProof="0" dirty="0">
                  <a:solidFill>
                    <a:srgbClr val="3DF5F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Separar responsabilidades para facilitar el mantenimiento y la evolución del sistema.</a:t>
              </a:r>
              <a:endParaRPr lang="es-CL" sz="36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Rectángulo: esquinas superiores redondeadas 57">
              <a:extLst>
                <a:ext uri="{FF2B5EF4-FFF2-40B4-BE49-F238E27FC236}">
                  <a16:creationId xmlns:a16="http://schemas.microsoft.com/office/drawing/2014/main" id="{58751FB9-5516-4066-5FC3-18E42CD672BF}"/>
                </a:ext>
              </a:extLst>
            </p:cNvPr>
            <p:cNvSpPr/>
            <p:nvPr/>
          </p:nvSpPr>
          <p:spPr>
            <a:xfrm rot="16200000">
              <a:off x="38980" y="7072417"/>
              <a:ext cx="1197427" cy="176197"/>
            </a:xfrm>
            <a:prstGeom prst="round2SameRect">
              <a:avLst>
                <a:gd name="adj1" fmla="val 48919"/>
                <a:gd name="adj2" fmla="val 0"/>
              </a:avLst>
            </a:prstGeom>
            <a:gradFill flip="none" rotWithShape="1">
              <a:gsLst>
                <a:gs pos="0">
                  <a:srgbClr val="0199CF"/>
                </a:gs>
                <a:gs pos="54000">
                  <a:srgbClr val="01C1E5"/>
                </a:gs>
                <a:gs pos="100000">
                  <a:srgbClr val="03CEEB"/>
                </a:gs>
              </a:gsLst>
              <a:lin ang="16200000" scaled="1"/>
              <a:tileRect/>
            </a:gradFill>
            <a:ln>
              <a:solidFill>
                <a:srgbClr val="04F4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F19C5F7-7CAA-3B04-497F-DEEC01430338}"/>
              </a:ext>
            </a:extLst>
          </p:cNvPr>
          <p:cNvCxnSpPr>
            <a:cxnSpLocks/>
          </p:cNvCxnSpPr>
          <p:nvPr/>
        </p:nvCxnSpPr>
        <p:spPr>
          <a:xfrm flipV="1">
            <a:off x="2327197" y="7058861"/>
            <a:ext cx="0" cy="584173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Gráfico 59" descr="Document con relleno sólido">
            <a:extLst>
              <a:ext uri="{FF2B5EF4-FFF2-40B4-BE49-F238E27FC236}">
                <a16:creationId xmlns:a16="http://schemas.microsoft.com/office/drawing/2014/main" id="{46234198-7C11-00D5-C11A-BF46C98D6B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613" y="6970815"/>
            <a:ext cx="757261" cy="751464"/>
          </a:xfrm>
          <a:prstGeom prst="rect">
            <a:avLst/>
          </a:prstGeom>
        </p:spPr>
      </p:pic>
      <p:pic>
        <p:nvPicPr>
          <p:cNvPr id="62" name="Gráfico 61" descr="Lock con relleno sólido">
            <a:extLst>
              <a:ext uri="{FF2B5EF4-FFF2-40B4-BE49-F238E27FC236}">
                <a16:creationId xmlns:a16="http://schemas.microsoft.com/office/drawing/2014/main" id="{E024305A-8DFA-9958-1772-67838218A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2268" y="4997361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28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336DB6E1-208B-70A1-AF98-72400026D408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726A0065-9BAB-25A3-DBBE-BA679E474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E5AA5ABF-EB8D-BF42-EC9D-643016EEEF8C}"/>
                </a:ext>
              </a:extLst>
            </p:cNvPr>
            <p:cNvGrpSpPr/>
            <p:nvPr/>
          </p:nvGrpSpPr>
          <p:grpSpPr>
            <a:xfrm>
              <a:off x="5522552" y="8343728"/>
              <a:ext cx="10076908" cy="394609"/>
              <a:chOff x="5522552" y="8343728"/>
              <a:chExt cx="10076908" cy="394609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2171452-DD7C-F631-EAB1-434051D1052A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DB0CE2A-7134-EA19-0A5E-FF7F235ADECF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21</a:t>
                </a:r>
              </a:p>
            </p:txBody>
          </p:sp>
        </p:grp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207CB29F-B781-A488-7F1E-49774DACEBA7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67FC146-50F3-5971-3B30-68D209A98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55"/>
          <a:stretch>
            <a:fillRect/>
          </a:stretch>
        </p:blipFill>
        <p:spPr>
          <a:xfrm>
            <a:off x="1454408" y="120680"/>
            <a:ext cx="13016983" cy="8561602"/>
          </a:xfrm>
          <a:prstGeom prst="rect">
            <a:avLst/>
          </a:prstGeom>
          <a:effectLst>
            <a:glow rad="228600">
              <a:schemeClr val="bg1">
                <a:alpha val="5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5242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56B83FB8-2398-02DD-4C14-A0E6D12F5823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B617FDB3-AC9A-D0BC-B484-4D80CEEA3281}"/>
                </a:ext>
              </a:extLst>
            </p:cNvPr>
            <p:cNvGrpSpPr/>
            <p:nvPr/>
          </p:nvGrpSpPr>
          <p:grpSpPr>
            <a:xfrm>
              <a:off x="0" y="0"/>
              <a:ext cx="15925800" cy="8963025"/>
              <a:chOff x="0" y="0"/>
              <a:chExt cx="15925800" cy="8963025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DF735B21-EFA2-7E28-8630-23CCB15327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5925800" cy="8963025"/>
              </a:xfrm>
              <a:prstGeom prst="rect">
                <a:avLst/>
              </a:prstGeom>
            </p:spPr>
          </p:pic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98F45AF7-57F1-ADCC-7431-DE7E44655B99}"/>
                  </a:ext>
                </a:extLst>
              </p:cNvPr>
              <p:cNvGrpSpPr/>
              <p:nvPr/>
            </p:nvGrpSpPr>
            <p:grpSpPr>
              <a:xfrm>
                <a:off x="420624" y="128351"/>
                <a:ext cx="15178836" cy="8609986"/>
                <a:chOff x="420624" y="128351"/>
                <a:chExt cx="15178836" cy="8609986"/>
              </a:xfrm>
            </p:grpSpPr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2CF37C2A-FBE7-0C3C-4118-1A478F81641F}"/>
                    </a:ext>
                  </a:extLst>
                </p:cNvPr>
                <p:cNvSpPr txBox="1"/>
                <p:nvPr/>
              </p:nvSpPr>
              <p:spPr>
                <a:xfrm>
                  <a:off x="744813" y="128351"/>
                  <a:ext cx="26480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GATI </a:t>
                  </a:r>
                  <a:r>
                    <a:rPr lang="es-CL" sz="2400" b="1" spc="300" noProof="0" dirty="0">
                      <a:solidFill>
                        <a:schemeClr val="bg1"/>
                      </a:solidFill>
                      <a:cs typeface="Arial" panose="020B0604020202020204" pitchFamily="34" charset="0"/>
                    </a:rPr>
                    <a:t>·</a:t>
                  </a:r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ENTREGA 2</a:t>
                  </a:r>
                </a:p>
              </p:txBody>
            </p:sp>
            <p:cxnSp>
              <p:nvCxnSpPr>
                <p:cNvPr id="9" name="Conector recto 8">
                  <a:extLst>
                    <a:ext uri="{FF2B5EF4-FFF2-40B4-BE49-F238E27FC236}">
                      <a16:creationId xmlns:a16="http://schemas.microsoft.com/office/drawing/2014/main" id="{296044FD-EBB2-EC96-B93F-E3B97894D142}"/>
                    </a:ext>
                  </a:extLst>
                </p:cNvPr>
                <p:cNvCxnSpPr/>
                <p:nvPr/>
              </p:nvCxnSpPr>
              <p:spPr>
                <a:xfrm>
                  <a:off x="420624" y="8221260"/>
                  <a:ext cx="15012000" cy="0"/>
                </a:xfrm>
                <a:prstGeom prst="line">
                  <a:avLst/>
                </a:prstGeom>
                <a:ln w="41275" cap="rnd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EC1F8011-1AD5-F419-CFE1-38A0BE3EC741}"/>
                    </a:ext>
                  </a:extLst>
                </p:cNvPr>
                <p:cNvSpPr txBox="1"/>
                <p:nvPr/>
              </p:nvSpPr>
              <p:spPr>
                <a:xfrm>
                  <a:off x="5522552" y="8445949"/>
                  <a:ext cx="4880695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300" spc="300" noProof="0" dirty="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rPr>
                    <a:t>CAPSTONE · INGENIERÍA EN INFORMÁTICA</a:t>
                  </a: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0A2C8B53-7071-0E29-CC01-04702C0682B6}"/>
                    </a:ext>
                  </a:extLst>
                </p:cNvPr>
                <p:cNvSpPr txBox="1"/>
                <p:nvPr/>
              </p:nvSpPr>
              <p:spPr>
                <a:xfrm>
                  <a:off x="15110224" y="8343728"/>
                  <a:ext cx="4892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CL"/>
                  </a:defPPr>
                  <a:lvl1pPr>
                    <a:defRPr sz="1300" spc="30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s-CL" sz="1600" noProof="0" dirty="0"/>
                    <a:t>22</a:t>
                  </a:r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638A365-1944-0477-5D76-2CD0D15F3C71}"/>
                  </a:ext>
                </a:extLst>
              </p:cNvPr>
              <p:cNvSpPr txBox="1"/>
              <p:nvPr/>
            </p:nvSpPr>
            <p:spPr>
              <a:xfrm>
                <a:off x="420624" y="8461338"/>
                <a:ext cx="22599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2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TI – ONE SOLUTION</a:t>
                </a:r>
              </a:p>
            </p:txBody>
          </p:sp>
        </p:grp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9A3AC77D-D1EB-021F-8166-A66EF20187D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59" y="1407962"/>
              <a:ext cx="1147446" cy="0"/>
            </a:xfrm>
            <a:prstGeom prst="line">
              <a:avLst/>
            </a:prstGeom>
            <a:ln w="76200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5818EDF-5B96-29E2-83A9-369C5385146B}"/>
              </a:ext>
            </a:extLst>
          </p:cNvPr>
          <p:cNvSpPr txBox="1"/>
          <p:nvPr/>
        </p:nvSpPr>
        <p:spPr>
          <a:xfrm>
            <a:off x="420624" y="504855"/>
            <a:ext cx="120634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000" spc="-15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Vista física: entorno de despliegue</a:t>
            </a:r>
          </a:p>
        </p:txBody>
      </p:sp>
      <p:sp>
        <p:nvSpPr>
          <p:cNvPr id="13" name="Diseño e Inicio del Desarrollo">
            <a:extLst>
              <a:ext uri="{FF2B5EF4-FFF2-40B4-BE49-F238E27FC236}">
                <a16:creationId xmlns:a16="http://schemas.microsoft.com/office/drawing/2014/main" id="{7F82870E-8B89-1938-4155-8DD6C3191005}"/>
              </a:ext>
            </a:extLst>
          </p:cNvPr>
          <p:cNvSpPr>
            <a:spLocks noGrp="1"/>
          </p:cNvSpPr>
          <p:nvPr/>
        </p:nvSpPr>
        <p:spPr>
          <a:xfrm>
            <a:off x="452603" y="1450035"/>
            <a:ext cx="10669440" cy="5454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5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Distribución prevista de los clientes y servicios de GATI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A692653-8283-E17C-6F1C-1292D96FBC39}"/>
              </a:ext>
            </a:extLst>
          </p:cNvPr>
          <p:cNvGrpSpPr/>
          <p:nvPr/>
        </p:nvGrpSpPr>
        <p:grpSpPr>
          <a:xfrm>
            <a:off x="432981" y="2149337"/>
            <a:ext cx="4765041" cy="4790440"/>
            <a:chOff x="687281" y="2617198"/>
            <a:chExt cx="7182101" cy="2046361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BE32EA8F-F20D-C503-C913-7AE0C196C914}"/>
                </a:ext>
              </a:extLst>
            </p:cNvPr>
            <p:cNvGrpSpPr/>
            <p:nvPr/>
          </p:nvGrpSpPr>
          <p:grpSpPr>
            <a:xfrm>
              <a:off x="687281" y="2617198"/>
              <a:ext cx="7182101" cy="2046361"/>
              <a:chOff x="2180078" y="2579830"/>
              <a:chExt cx="5771299" cy="2244987"/>
            </a:xfrm>
          </p:grpSpPr>
          <p:sp>
            <p:nvSpPr>
              <p:cNvPr id="17" name="Rectángulo: esquinas redondeadas 16">
                <a:extLst>
                  <a:ext uri="{FF2B5EF4-FFF2-40B4-BE49-F238E27FC236}">
                    <a16:creationId xmlns:a16="http://schemas.microsoft.com/office/drawing/2014/main" id="{5CEA85E8-B3CA-C9C2-0F71-94CCA77D3777}"/>
                  </a:ext>
                </a:extLst>
              </p:cNvPr>
              <p:cNvSpPr/>
              <p:nvPr/>
            </p:nvSpPr>
            <p:spPr>
              <a:xfrm>
                <a:off x="2180084" y="2589617"/>
                <a:ext cx="5771293" cy="2235200"/>
              </a:xfrm>
              <a:prstGeom prst="roundRect">
                <a:avLst>
                  <a:gd name="adj" fmla="val 2354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endParaRPr lang="es-CL" sz="2100" b="1" noProof="0" dirty="0">
                  <a:solidFill>
                    <a:srgbClr val="10F6FF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8" name="Rectángulo: esquinas superiores redondeadas 17">
                <a:extLst>
                  <a:ext uri="{FF2B5EF4-FFF2-40B4-BE49-F238E27FC236}">
                    <a16:creationId xmlns:a16="http://schemas.microsoft.com/office/drawing/2014/main" id="{47203791-49AA-E355-4C75-21C2CF4F68E2}"/>
                  </a:ext>
                </a:extLst>
              </p:cNvPr>
              <p:cNvSpPr/>
              <p:nvPr/>
            </p:nvSpPr>
            <p:spPr>
              <a:xfrm>
                <a:off x="2180078" y="2579830"/>
                <a:ext cx="5771299" cy="13489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B5C0899-8106-A6A7-7BD4-DA75AF7735F6}"/>
                </a:ext>
              </a:extLst>
            </p:cNvPr>
            <p:cNvSpPr txBox="1"/>
            <p:nvPr/>
          </p:nvSpPr>
          <p:spPr>
            <a:xfrm>
              <a:off x="2275423" y="2863243"/>
              <a:ext cx="5593959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9" name="Gráfico 18" descr="Television con relleno sólido">
            <a:extLst>
              <a:ext uri="{FF2B5EF4-FFF2-40B4-BE49-F238E27FC236}">
                <a16:creationId xmlns:a16="http://schemas.microsoft.com/office/drawing/2014/main" id="{E48C52C4-4201-82E9-5891-67033CCD1B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9079" y="2360292"/>
            <a:ext cx="991684" cy="1029522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A6978F2D-4819-CA47-60F1-3075A2C23AB8}"/>
              </a:ext>
            </a:extLst>
          </p:cNvPr>
          <p:cNvGrpSpPr>
            <a:grpSpLocks noChangeAspect="1"/>
          </p:cNvGrpSpPr>
          <p:nvPr/>
        </p:nvGrpSpPr>
        <p:grpSpPr>
          <a:xfrm>
            <a:off x="3036016" y="2722939"/>
            <a:ext cx="336923" cy="540000"/>
            <a:chOff x="9005993" y="2671625"/>
            <a:chExt cx="763357" cy="1223452"/>
          </a:xfrm>
        </p:grpSpPr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E725A1C3-B21A-C89D-0603-8BC4CC38F655}"/>
                </a:ext>
              </a:extLst>
            </p:cNvPr>
            <p:cNvSpPr/>
            <p:nvPr/>
          </p:nvSpPr>
          <p:spPr>
            <a:xfrm>
              <a:off x="9005993" y="2671625"/>
              <a:ext cx="763357" cy="1223452"/>
            </a:xfrm>
            <a:prstGeom prst="roundRect">
              <a:avLst/>
            </a:prstGeom>
            <a:solidFill>
              <a:srgbClr val="052B55"/>
            </a:solidFill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46115F36-07C4-0084-F828-274BACEB86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365" y="3752584"/>
              <a:ext cx="112614" cy="0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579EA4AD-CF63-AB5B-8FAD-75FD787287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365" y="2822674"/>
              <a:ext cx="112614" cy="0"/>
            </a:xfrm>
            <a:prstGeom prst="line">
              <a:avLst/>
            </a:prstGeom>
            <a:ln w="50800" cap="rnd">
              <a:solidFill>
                <a:srgbClr val="032F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6A5421A4-129D-2481-88C9-2E6E82A7868B}"/>
              </a:ext>
            </a:extLst>
          </p:cNvPr>
          <p:cNvSpPr>
            <a:spLocks noChangeAspect="1"/>
          </p:cNvSpPr>
          <p:nvPr/>
        </p:nvSpPr>
        <p:spPr>
          <a:xfrm>
            <a:off x="748098" y="4371883"/>
            <a:ext cx="648000" cy="648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1871F3E1-BF7E-FDC7-F547-C7AACE79164C}"/>
              </a:ext>
            </a:extLst>
          </p:cNvPr>
          <p:cNvSpPr>
            <a:spLocks noChangeAspect="1"/>
          </p:cNvSpPr>
          <p:nvPr/>
        </p:nvSpPr>
        <p:spPr>
          <a:xfrm>
            <a:off x="765873" y="5209446"/>
            <a:ext cx="648000" cy="648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Diagrama de flujo: conector 25">
            <a:extLst>
              <a:ext uri="{FF2B5EF4-FFF2-40B4-BE49-F238E27FC236}">
                <a16:creationId xmlns:a16="http://schemas.microsoft.com/office/drawing/2014/main" id="{09BFDA1B-E21C-5DB3-A7B1-CD2F20F82BF9}"/>
              </a:ext>
            </a:extLst>
          </p:cNvPr>
          <p:cNvSpPr>
            <a:spLocks noChangeAspect="1"/>
          </p:cNvSpPr>
          <p:nvPr/>
        </p:nvSpPr>
        <p:spPr>
          <a:xfrm>
            <a:off x="740120" y="6087509"/>
            <a:ext cx="648000" cy="648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Gráfico 26" descr="Television con relleno sólido">
            <a:extLst>
              <a:ext uri="{FF2B5EF4-FFF2-40B4-BE49-F238E27FC236}">
                <a16:creationId xmlns:a16="http://schemas.microsoft.com/office/drawing/2014/main" id="{309D3FC7-EC9B-B1CF-8946-BC422029C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302" y="4471517"/>
            <a:ext cx="417726" cy="448733"/>
          </a:xfrm>
          <a:prstGeom prst="rect">
            <a:avLst/>
          </a:prstGeom>
        </p:spPr>
      </p:pic>
      <p:grpSp>
        <p:nvGrpSpPr>
          <p:cNvPr id="28" name="Grupo 27">
            <a:extLst>
              <a:ext uri="{FF2B5EF4-FFF2-40B4-BE49-F238E27FC236}">
                <a16:creationId xmlns:a16="http://schemas.microsoft.com/office/drawing/2014/main" id="{A6C34F33-FEA6-2535-95A7-3E4F8E2D16C5}"/>
              </a:ext>
            </a:extLst>
          </p:cNvPr>
          <p:cNvGrpSpPr>
            <a:grpSpLocks noChangeAspect="1"/>
          </p:cNvGrpSpPr>
          <p:nvPr/>
        </p:nvGrpSpPr>
        <p:grpSpPr>
          <a:xfrm>
            <a:off x="966334" y="5335446"/>
            <a:ext cx="247077" cy="396000"/>
            <a:chOff x="9005993" y="2671625"/>
            <a:chExt cx="763357" cy="1223452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80A8430B-F7FD-3678-DF99-22C3F5F4041B}"/>
                </a:ext>
              </a:extLst>
            </p:cNvPr>
            <p:cNvSpPr/>
            <p:nvPr/>
          </p:nvSpPr>
          <p:spPr>
            <a:xfrm>
              <a:off x="9005993" y="2671625"/>
              <a:ext cx="763357" cy="1223452"/>
            </a:xfrm>
            <a:prstGeom prst="roundRect">
              <a:avLst/>
            </a:prstGeom>
            <a:solidFill>
              <a:srgbClr val="011839"/>
            </a:solidFill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D7035165-EA23-1468-3C5C-5069BC7B75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366" y="3752585"/>
              <a:ext cx="111224" cy="0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F020FEE8-E634-EC6D-8932-FEAA6C615E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365" y="2822674"/>
              <a:ext cx="112614" cy="0"/>
            </a:xfrm>
            <a:prstGeom prst="line">
              <a:avLst/>
            </a:prstGeom>
            <a:ln w="50800" cap="rnd">
              <a:solidFill>
                <a:srgbClr val="032F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áfico 31" descr="Wireless con relleno sólido">
            <a:extLst>
              <a:ext uri="{FF2B5EF4-FFF2-40B4-BE49-F238E27FC236}">
                <a16:creationId xmlns:a16="http://schemas.microsoft.com/office/drawing/2014/main" id="{AD8E76F4-CEAE-1FE9-BE99-4A906A335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90614">
            <a:off x="829094" y="6129386"/>
            <a:ext cx="470052" cy="470052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E62A852E-9883-CA75-4FE5-6F5F69D79577}"/>
              </a:ext>
            </a:extLst>
          </p:cNvPr>
          <p:cNvSpPr txBox="1"/>
          <p:nvPr/>
        </p:nvSpPr>
        <p:spPr>
          <a:xfrm>
            <a:off x="945439" y="3262939"/>
            <a:ext cx="3740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spc="-15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Dispositivos de acceso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B99803E-563F-C8E1-6590-644A8C2D737A}"/>
              </a:ext>
            </a:extLst>
          </p:cNvPr>
          <p:cNvSpPr txBox="1"/>
          <p:nvPr/>
        </p:nvSpPr>
        <p:spPr>
          <a:xfrm>
            <a:off x="765873" y="3719791"/>
            <a:ext cx="417934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Puntos de entrada para los usuarios.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21DCE240-BAFA-EB4C-ED5E-2CC9FF1DA4B5}"/>
              </a:ext>
            </a:extLst>
          </p:cNvPr>
          <p:cNvCxnSpPr>
            <a:cxnSpLocks/>
          </p:cNvCxnSpPr>
          <p:nvPr/>
        </p:nvCxnSpPr>
        <p:spPr>
          <a:xfrm>
            <a:off x="708811" y="4216373"/>
            <a:ext cx="4151469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3D2555D-3A6D-65F3-0706-4B9281EF78F0}"/>
              </a:ext>
            </a:extLst>
          </p:cNvPr>
          <p:cNvSpPr txBox="1"/>
          <p:nvPr/>
        </p:nvSpPr>
        <p:spPr>
          <a:xfrm>
            <a:off x="1601739" y="4358451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Equipos de escritorio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A78A7E8-1047-9E03-2EEA-72C933A55F2C}"/>
              </a:ext>
            </a:extLst>
          </p:cNvPr>
          <p:cNvSpPr txBox="1"/>
          <p:nvPr/>
        </p:nvSpPr>
        <p:spPr>
          <a:xfrm>
            <a:off x="1622691" y="4650551"/>
            <a:ext cx="1426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D0EBFC"/>
                </a:solidFill>
              </a:rPr>
              <a:t>Gestión web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ED641F3-9C84-DD32-5001-43529894BB0F}"/>
              </a:ext>
            </a:extLst>
          </p:cNvPr>
          <p:cNvSpPr txBox="1"/>
          <p:nvPr/>
        </p:nvSpPr>
        <p:spPr>
          <a:xfrm>
            <a:off x="1601739" y="6206885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 a Internet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20923C5-7C57-AEE1-38F6-A3F56BCA98F2}"/>
              </a:ext>
            </a:extLst>
          </p:cNvPr>
          <p:cNvSpPr txBox="1"/>
          <p:nvPr/>
        </p:nvSpPr>
        <p:spPr>
          <a:xfrm>
            <a:off x="1587552" y="5228837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Dispositivo móvil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AA44B20-04DB-1198-1287-C60DD8E103D2}"/>
              </a:ext>
            </a:extLst>
          </p:cNvPr>
          <p:cNvSpPr txBox="1"/>
          <p:nvPr/>
        </p:nvSpPr>
        <p:spPr>
          <a:xfrm>
            <a:off x="1608504" y="5520937"/>
            <a:ext cx="2017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D0EBFC"/>
                </a:solidFill>
              </a:rPr>
              <a:t>Operación técnica</a:t>
            </a: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59329DC8-4DB9-F6A7-8DF4-76EBD2CE6C22}"/>
              </a:ext>
            </a:extLst>
          </p:cNvPr>
          <p:cNvGrpSpPr/>
          <p:nvPr/>
        </p:nvGrpSpPr>
        <p:grpSpPr>
          <a:xfrm>
            <a:off x="10534847" y="2180591"/>
            <a:ext cx="4765041" cy="4790440"/>
            <a:chOff x="687281" y="2617198"/>
            <a:chExt cx="7182101" cy="2046361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7F548449-1327-4778-C9E8-95D66D431724}"/>
                </a:ext>
              </a:extLst>
            </p:cNvPr>
            <p:cNvGrpSpPr/>
            <p:nvPr/>
          </p:nvGrpSpPr>
          <p:grpSpPr>
            <a:xfrm>
              <a:off x="687281" y="2617198"/>
              <a:ext cx="7182101" cy="2046361"/>
              <a:chOff x="2180078" y="2579830"/>
              <a:chExt cx="5771299" cy="2244987"/>
            </a:xfrm>
          </p:grpSpPr>
          <p:sp>
            <p:nvSpPr>
              <p:cNvPr id="44" name="Rectángulo: esquinas redondeadas 43">
                <a:extLst>
                  <a:ext uri="{FF2B5EF4-FFF2-40B4-BE49-F238E27FC236}">
                    <a16:creationId xmlns:a16="http://schemas.microsoft.com/office/drawing/2014/main" id="{07F6526A-6283-219F-3252-BFF2FD7400A8}"/>
                  </a:ext>
                </a:extLst>
              </p:cNvPr>
              <p:cNvSpPr/>
              <p:nvPr/>
            </p:nvSpPr>
            <p:spPr>
              <a:xfrm>
                <a:off x="2180084" y="2589617"/>
                <a:ext cx="5771293" cy="2235200"/>
              </a:xfrm>
              <a:prstGeom prst="roundRect">
                <a:avLst>
                  <a:gd name="adj" fmla="val 2354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endParaRPr lang="es-CL" sz="2100" b="1" noProof="0" dirty="0">
                  <a:solidFill>
                    <a:srgbClr val="10F6FF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ángulo: esquinas superiores redondeadas 44">
                <a:extLst>
                  <a:ext uri="{FF2B5EF4-FFF2-40B4-BE49-F238E27FC236}">
                    <a16:creationId xmlns:a16="http://schemas.microsoft.com/office/drawing/2014/main" id="{14164A39-032D-A98A-637F-DFB43DA548D6}"/>
                  </a:ext>
                </a:extLst>
              </p:cNvPr>
              <p:cNvSpPr/>
              <p:nvPr/>
            </p:nvSpPr>
            <p:spPr>
              <a:xfrm>
                <a:off x="2180078" y="2579830"/>
                <a:ext cx="5771299" cy="13489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E27ED6BB-6FAF-61BC-2AD3-8C642FC2AEB8}"/>
                </a:ext>
              </a:extLst>
            </p:cNvPr>
            <p:cNvSpPr txBox="1"/>
            <p:nvPr/>
          </p:nvSpPr>
          <p:spPr>
            <a:xfrm>
              <a:off x="2275423" y="2863243"/>
              <a:ext cx="5593959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6" name="Diagrama de flujo: conector 45">
            <a:extLst>
              <a:ext uri="{FF2B5EF4-FFF2-40B4-BE49-F238E27FC236}">
                <a16:creationId xmlns:a16="http://schemas.microsoft.com/office/drawing/2014/main" id="{75D05CD2-292E-8486-A07C-53DF63C8648A}"/>
              </a:ext>
            </a:extLst>
          </p:cNvPr>
          <p:cNvSpPr>
            <a:spLocks noChangeAspect="1"/>
          </p:cNvSpPr>
          <p:nvPr/>
        </p:nvSpPr>
        <p:spPr>
          <a:xfrm>
            <a:off x="10849964" y="4403137"/>
            <a:ext cx="648000" cy="648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9F605B42-CEFF-E6ED-8D1A-2CF0D9488ACA}"/>
              </a:ext>
            </a:extLst>
          </p:cNvPr>
          <p:cNvSpPr>
            <a:spLocks noChangeAspect="1"/>
          </p:cNvSpPr>
          <p:nvPr/>
        </p:nvSpPr>
        <p:spPr>
          <a:xfrm>
            <a:off x="10867739" y="5240700"/>
            <a:ext cx="648000" cy="648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Diagrama de flujo: conector 47">
            <a:extLst>
              <a:ext uri="{FF2B5EF4-FFF2-40B4-BE49-F238E27FC236}">
                <a16:creationId xmlns:a16="http://schemas.microsoft.com/office/drawing/2014/main" id="{41D6C2DB-4F47-52A0-6F6D-242EF02829A3}"/>
              </a:ext>
            </a:extLst>
          </p:cNvPr>
          <p:cNvSpPr>
            <a:spLocks noChangeAspect="1"/>
          </p:cNvSpPr>
          <p:nvPr/>
        </p:nvSpPr>
        <p:spPr>
          <a:xfrm>
            <a:off x="10841986" y="6118763"/>
            <a:ext cx="648000" cy="648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D4319CE-4E4A-AEEA-D825-56A86383DA31}"/>
              </a:ext>
            </a:extLst>
          </p:cNvPr>
          <p:cNvSpPr txBox="1"/>
          <p:nvPr/>
        </p:nvSpPr>
        <p:spPr>
          <a:xfrm>
            <a:off x="11165986" y="3297737"/>
            <a:ext cx="3334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spc="-15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compras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12AB54E-0BA4-BD18-FACE-4FD22C924B7D}"/>
              </a:ext>
            </a:extLst>
          </p:cNvPr>
          <p:cNvSpPr txBox="1"/>
          <p:nvPr/>
        </p:nvSpPr>
        <p:spPr>
          <a:xfrm>
            <a:off x="10602768" y="3751123"/>
            <a:ext cx="469712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Origen externo de las ordenes de compra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F8467093-7897-F664-051F-D786F15FCD39}"/>
              </a:ext>
            </a:extLst>
          </p:cNvPr>
          <p:cNvCxnSpPr>
            <a:cxnSpLocks/>
          </p:cNvCxnSpPr>
          <p:nvPr/>
        </p:nvCxnSpPr>
        <p:spPr>
          <a:xfrm>
            <a:off x="10810677" y="4247627"/>
            <a:ext cx="4151469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F112333-A339-8A93-FBF3-A1127C0E1249}"/>
              </a:ext>
            </a:extLst>
          </p:cNvPr>
          <p:cNvSpPr txBox="1"/>
          <p:nvPr/>
        </p:nvSpPr>
        <p:spPr>
          <a:xfrm>
            <a:off x="11703605" y="4389705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 prevista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927EB5CF-9163-ECAA-D99A-8D321FF25AD0}"/>
              </a:ext>
            </a:extLst>
          </p:cNvPr>
          <p:cNvSpPr txBox="1"/>
          <p:nvPr/>
        </p:nvSpPr>
        <p:spPr>
          <a:xfrm>
            <a:off x="11724557" y="4681805"/>
            <a:ext cx="2044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D0EBFC"/>
                </a:solidFill>
              </a:rPr>
              <a:t>Mediante API REST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C457A53-AFEE-0D52-AC17-9DE7AEFEE294}"/>
              </a:ext>
            </a:extLst>
          </p:cNvPr>
          <p:cNvSpPr txBox="1"/>
          <p:nvPr/>
        </p:nvSpPr>
        <p:spPr>
          <a:xfrm>
            <a:off x="11737340" y="6245604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Pruebas actuales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2DC05CC-8E4E-549D-507F-69251E414389}"/>
              </a:ext>
            </a:extLst>
          </p:cNvPr>
          <p:cNvSpPr txBox="1"/>
          <p:nvPr/>
        </p:nvSpPr>
        <p:spPr>
          <a:xfrm>
            <a:off x="11689418" y="5260091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Intercambio JSON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ADC7EBE-7A8B-8DBD-6F17-9692038B9AD8}"/>
              </a:ext>
            </a:extLst>
          </p:cNvPr>
          <p:cNvSpPr txBox="1"/>
          <p:nvPr/>
        </p:nvSpPr>
        <p:spPr>
          <a:xfrm>
            <a:off x="11710370" y="5552191"/>
            <a:ext cx="1460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D0EBFC"/>
                </a:solidFill>
              </a:rPr>
              <a:t>Sobre HTTPS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1ABD8522-8D44-4471-1AD9-34AFB711027F}"/>
              </a:ext>
            </a:extLst>
          </p:cNvPr>
          <p:cNvGrpSpPr/>
          <p:nvPr/>
        </p:nvGrpSpPr>
        <p:grpSpPr>
          <a:xfrm>
            <a:off x="5424615" y="2180591"/>
            <a:ext cx="4765041" cy="4790440"/>
            <a:chOff x="687281" y="2617198"/>
            <a:chExt cx="7182101" cy="2046361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1E6C9A27-FF74-D6A4-DA2E-478358B704E6}"/>
                </a:ext>
              </a:extLst>
            </p:cNvPr>
            <p:cNvGrpSpPr/>
            <p:nvPr/>
          </p:nvGrpSpPr>
          <p:grpSpPr>
            <a:xfrm>
              <a:off x="687281" y="2617198"/>
              <a:ext cx="7182101" cy="2046361"/>
              <a:chOff x="2180078" y="2579830"/>
              <a:chExt cx="5771299" cy="2244987"/>
            </a:xfrm>
          </p:grpSpPr>
          <p:sp>
            <p:nvSpPr>
              <p:cNvPr id="60" name="Rectángulo: esquinas redondeadas 59">
                <a:extLst>
                  <a:ext uri="{FF2B5EF4-FFF2-40B4-BE49-F238E27FC236}">
                    <a16:creationId xmlns:a16="http://schemas.microsoft.com/office/drawing/2014/main" id="{95691F44-C446-3474-2442-D49F1560A709}"/>
                  </a:ext>
                </a:extLst>
              </p:cNvPr>
              <p:cNvSpPr/>
              <p:nvPr/>
            </p:nvSpPr>
            <p:spPr>
              <a:xfrm>
                <a:off x="2180084" y="2589617"/>
                <a:ext cx="5771293" cy="2235200"/>
              </a:xfrm>
              <a:prstGeom prst="roundRect">
                <a:avLst>
                  <a:gd name="adj" fmla="val 2354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88000" rtlCol="0" anchor="ctr"/>
              <a:lstStyle/>
              <a:p>
                <a:endParaRPr lang="es-CL" sz="2100" b="1" noProof="0" dirty="0">
                  <a:solidFill>
                    <a:srgbClr val="10F6FF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1" name="Rectángulo: esquinas superiores redondeadas 60">
                <a:extLst>
                  <a:ext uri="{FF2B5EF4-FFF2-40B4-BE49-F238E27FC236}">
                    <a16:creationId xmlns:a16="http://schemas.microsoft.com/office/drawing/2014/main" id="{409380B8-03E0-008C-8C93-817006E78EC3}"/>
                  </a:ext>
                </a:extLst>
              </p:cNvPr>
              <p:cNvSpPr/>
              <p:nvPr/>
            </p:nvSpPr>
            <p:spPr>
              <a:xfrm>
                <a:off x="2180078" y="2579830"/>
                <a:ext cx="5771299" cy="13489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13E1F2"/>
                  </a:gs>
                  <a:gs pos="48000">
                    <a:srgbClr val="0DABC5"/>
                  </a:gs>
                  <a:gs pos="100000">
                    <a:srgbClr val="10F6FF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4CCFA87A-506B-8160-8AA8-E9154581E59B}"/>
                </a:ext>
              </a:extLst>
            </p:cNvPr>
            <p:cNvSpPr txBox="1"/>
            <p:nvPr/>
          </p:nvSpPr>
          <p:spPr>
            <a:xfrm>
              <a:off x="2275423" y="2863243"/>
              <a:ext cx="5593959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2" name="Diagrama de flujo: conector 61">
            <a:extLst>
              <a:ext uri="{FF2B5EF4-FFF2-40B4-BE49-F238E27FC236}">
                <a16:creationId xmlns:a16="http://schemas.microsoft.com/office/drawing/2014/main" id="{CAF476E2-73A2-E8B9-4873-C57FA17B4AAE}"/>
              </a:ext>
            </a:extLst>
          </p:cNvPr>
          <p:cNvSpPr>
            <a:spLocks noChangeAspect="1"/>
          </p:cNvSpPr>
          <p:nvPr/>
        </p:nvSpPr>
        <p:spPr>
          <a:xfrm>
            <a:off x="5739732" y="4403137"/>
            <a:ext cx="648000" cy="648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Diagrama de flujo: conector 62">
            <a:extLst>
              <a:ext uri="{FF2B5EF4-FFF2-40B4-BE49-F238E27FC236}">
                <a16:creationId xmlns:a16="http://schemas.microsoft.com/office/drawing/2014/main" id="{608D0E8A-B62A-7083-0E5D-C0D987AF279C}"/>
              </a:ext>
            </a:extLst>
          </p:cNvPr>
          <p:cNvSpPr>
            <a:spLocks noChangeAspect="1"/>
          </p:cNvSpPr>
          <p:nvPr/>
        </p:nvSpPr>
        <p:spPr>
          <a:xfrm>
            <a:off x="5757507" y="5240700"/>
            <a:ext cx="648000" cy="648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Diagrama de flujo: conector 63">
            <a:extLst>
              <a:ext uri="{FF2B5EF4-FFF2-40B4-BE49-F238E27FC236}">
                <a16:creationId xmlns:a16="http://schemas.microsoft.com/office/drawing/2014/main" id="{89A44846-1C53-B3BE-9239-659908C40BF3}"/>
              </a:ext>
            </a:extLst>
          </p:cNvPr>
          <p:cNvSpPr>
            <a:spLocks noChangeAspect="1"/>
          </p:cNvSpPr>
          <p:nvPr/>
        </p:nvSpPr>
        <p:spPr>
          <a:xfrm>
            <a:off x="5731754" y="6118763"/>
            <a:ext cx="648000" cy="648000"/>
          </a:xfrm>
          <a:prstGeom prst="flowChartConnector">
            <a:avLst/>
          </a:prstGeom>
          <a:solidFill>
            <a:srgbClr val="061C37"/>
          </a:soli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endParaRPr lang="es-CL" sz="2800" b="1" spc="-15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D915D261-2FA1-7D1C-6E37-FFA338EC14A0}"/>
              </a:ext>
            </a:extLst>
          </p:cNvPr>
          <p:cNvSpPr txBox="1"/>
          <p:nvPr/>
        </p:nvSpPr>
        <p:spPr>
          <a:xfrm>
            <a:off x="6148169" y="3284626"/>
            <a:ext cx="3256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spc="-15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Plataforma Firebase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46652F3-B7CA-7FB9-E9C8-D4C0EC3DBE03}"/>
              </a:ext>
            </a:extLst>
          </p:cNvPr>
          <p:cNvSpPr txBox="1"/>
          <p:nvPr/>
        </p:nvSpPr>
        <p:spPr>
          <a:xfrm>
            <a:off x="5819251" y="3770994"/>
            <a:ext cx="397576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900" noProof="0" dirty="0">
                <a:solidFill>
                  <a:srgbClr val="D0EB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Servicios administrados en la nube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FB22AB53-E8BA-70F1-2018-4DD8F7AD86F0}"/>
              </a:ext>
            </a:extLst>
          </p:cNvPr>
          <p:cNvCxnSpPr>
            <a:cxnSpLocks/>
          </p:cNvCxnSpPr>
          <p:nvPr/>
        </p:nvCxnSpPr>
        <p:spPr>
          <a:xfrm>
            <a:off x="5700445" y="4247627"/>
            <a:ext cx="4151469" cy="0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206E21A1-F58B-B33E-7BD5-CC284387CE55}"/>
              </a:ext>
            </a:extLst>
          </p:cNvPr>
          <p:cNvSpPr txBox="1"/>
          <p:nvPr/>
        </p:nvSpPr>
        <p:spPr>
          <a:xfrm>
            <a:off x="6593373" y="4389705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Hosting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35FF54B4-CD42-FA13-B735-9ABBBD5EECE0}"/>
              </a:ext>
            </a:extLst>
          </p:cNvPr>
          <p:cNvSpPr txBox="1"/>
          <p:nvPr/>
        </p:nvSpPr>
        <p:spPr>
          <a:xfrm>
            <a:off x="6614325" y="4681805"/>
            <a:ext cx="343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D0EBFC"/>
                </a:solidFill>
              </a:rPr>
              <a:t>Publicación de la aplicación web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1CF9948A-B207-7928-1E95-57DA86353C43}"/>
              </a:ext>
            </a:extLst>
          </p:cNvPr>
          <p:cNvSpPr txBox="1"/>
          <p:nvPr/>
        </p:nvSpPr>
        <p:spPr>
          <a:xfrm>
            <a:off x="6593373" y="617764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Firestore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DF698B64-D783-C11D-62A7-A6B6B4476490}"/>
              </a:ext>
            </a:extLst>
          </p:cNvPr>
          <p:cNvSpPr txBox="1"/>
          <p:nvPr/>
        </p:nvSpPr>
        <p:spPr>
          <a:xfrm>
            <a:off x="6579186" y="526009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A4016D4D-1414-84FE-7910-CB2D9F2C1E5C}"/>
              </a:ext>
            </a:extLst>
          </p:cNvPr>
          <p:cNvSpPr txBox="1"/>
          <p:nvPr/>
        </p:nvSpPr>
        <p:spPr>
          <a:xfrm>
            <a:off x="6600138" y="5552191"/>
            <a:ext cx="2342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D0EBFC"/>
                </a:solidFill>
              </a:rPr>
              <a:t>Identidad de usuarios</a:t>
            </a:r>
          </a:p>
        </p:txBody>
      </p:sp>
      <p:pic>
        <p:nvPicPr>
          <p:cNvPr id="73" name="Gráfico 72" descr="Cloud contorno">
            <a:extLst>
              <a:ext uri="{FF2B5EF4-FFF2-40B4-BE49-F238E27FC236}">
                <a16:creationId xmlns:a16="http://schemas.microsoft.com/office/drawing/2014/main" id="{B3F3F9D0-9039-744E-EADA-3072A98BC8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7167646" y="2264610"/>
            <a:ext cx="1217066" cy="1332000"/>
          </a:xfrm>
          <a:prstGeom prst="rect">
            <a:avLst/>
          </a:prstGeom>
        </p:spPr>
      </p:pic>
      <p:pic>
        <p:nvPicPr>
          <p:cNvPr id="74" name="Gráfico 73" descr="World contorno">
            <a:extLst>
              <a:ext uri="{FF2B5EF4-FFF2-40B4-BE49-F238E27FC236}">
                <a16:creationId xmlns:a16="http://schemas.microsoft.com/office/drawing/2014/main" id="{05B8AA3B-7A5D-1D50-EB05-7F15EDC7A4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4709" y="4486264"/>
            <a:ext cx="468000" cy="468000"/>
          </a:xfrm>
          <a:prstGeom prst="rect">
            <a:avLst/>
          </a:prstGeom>
        </p:spPr>
      </p:pic>
      <p:grpSp>
        <p:nvGrpSpPr>
          <p:cNvPr id="75" name="Grupo 74">
            <a:extLst>
              <a:ext uri="{FF2B5EF4-FFF2-40B4-BE49-F238E27FC236}">
                <a16:creationId xmlns:a16="http://schemas.microsoft.com/office/drawing/2014/main" id="{FD71FCEE-9F78-C705-B628-D19A0A72F47A}"/>
              </a:ext>
            </a:extLst>
          </p:cNvPr>
          <p:cNvGrpSpPr>
            <a:grpSpLocks noChangeAspect="1"/>
          </p:cNvGrpSpPr>
          <p:nvPr/>
        </p:nvGrpSpPr>
        <p:grpSpPr>
          <a:xfrm>
            <a:off x="5910671" y="5371336"/>
            <a:ext cx="327700" cy="576000"/>
            <a:chOff x="739020" y="3313387"/>
            <a:chExt cx="549128" cy="941326"/>
          </a:xfrm>
        </p:grpSpPr>
        <p:sp>
          <p:nvSpPr>
            <p:cNvPr id="76" name="Cuerda 75">
              <a:extLst>
                <a:ext uri="{FF2B5EF4-FFF2-40B4-BE49-F238E27FC236}">
                  <a16:creationId xmlns:a16="http://schemas.microsoft.com/office/drawing/2014/main" id="{B2513355-0513-7C15-63D6-44939B524900}"/>
                </a:ext>
              </a:extLst>
            </p:cNvPr>
            <p:cNvSpPr/>
            <p:nvPr/>
          </p:nvSpPr>
          <p:spPr>
            <a:xfrm rot="5606442">
              <a:off x="697265" y="3663831"/>
              <a:ext cx="632637" cy="549128"/>
            </a:xfrm>
            <a:prstGeom prst="chord">
              <a:avLst>
                <a:gd name="adj1" fmla="val 6040691"/>
                <a:gd name="adj2" fmla="val 15144234"/>
              </a:avLst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77" name="Diagrama de flujo: conector 76">
              <a:extLst>
                <a:ext uri="{FF2B5EF4-FFF2-40B4-BE49-F238E27FC236}">
                  <a16:creationId xmlns:a16="http://schemas.microsoft.com/office/drawing/2014/main" id="{9E542339-56B8-5F5D-2D36-5FACEDCEA2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869" y="3313387"/>
              <a:ext cx="263168" cy="265688"/>
            </a:xfrm>
            <a:prstGeom prst="flowChartConnector">
              <a:avLst/>
            </a:prstGeom>
            <a:noFill/>
            <a:ln w="38100">
              <a:solidFill>
                <a:srgbClr val="42DF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78" name="Gráfico 77" descr="Database contorno">
            <a:extLst>
              <a:ext uri="{FF2B5EF4-FFF2-40B4-BE49-F238E27FC236}">
                <a16:creationId xmlns:a16="http://schemas.microsoft.com/office/drawing/2014/main" id="{FEAED8AD-5EFA-3F14-647B-A65A838386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0803" y="6206885"/>
            <a:ext cx="468000" cy="468000"/>
          </a:xfrm>
          <a:prstGeom prst="rect">
            <a:avLst/>
          </a:prstGeom>
        </p:spPr>
      </p:pic>
      <p:sp>
        <p:nvSpPr>
          <p:cNvPr id="79" name="CuadroTexto 78">
            <a:extLst>
              <a:ext uri="{FF2B5EF4-FFF2-40B4-BE49-F238E27FC236}">
                <a16:creationId xmlns:a16="http://schemas.microsoft.com/office/drawing/2014/main" id="{65224A0E-F0D6-C946-6CED-9D4F651B75F8}"/>
              </a:ext>
            </a:extLst>
          </p:cNvPr>
          <p:cNvSpPr txBox="1"/>
          <p:nvPr/>
        </p:nvSpPr>
        <p:spPr>
          <a:xfrm>
            <a:off x="6546326" y="6457220"/>
            <a:ext cx="2314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D0EBFC"/>
                </a:solidFill>
              </a:rPr>
              <a:t>Persistencia de datos</a:t>
            </a:r>
          </a:p>
        </p:txBody>
      </p:sp>
      <p:pic>
        <p:nvPicPr>
          <p:cNvPr id="80" name="Gráfico 79" descr="Single gear contorno">
            <a:extLst>
              <a:ext uri="{FF2B5EF4-FFF2-40B4-BE49-F238E27FC236}">
                <a16:creationId xmlns:a16="http://schemas.microsoft.com/office/drawing/2014/main" id="{917B1418-FA75-7BFD-86DF-CD123A4AE0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411328" y="2400476"/>
            <a:ext cx="1080000" cy="1080000"/>
          </a:xfrm>
          <a:prstGeom prst="rect">
            <a:avLst/>
          </a:prstGeom>
        </p:spPr>
      </p:pic>
      <p:grpSp>
        <p:nvGrpSpPr>
          <p:cNvPr id="81" name="Grupo 80">
            <a:extLst>
              <a:ext uri="{FF2B5EF4-FFF2-40B4-BE49-F238E27FC236}">
                <a16:creationId xmlns:a16="http://schemas.microsoft.com/office/drawing/2014/main" id="{EA7AFA24-BB62-ED2D-09D3-5EB8F73AFB33}"/>
              </a:ext>
            </a:extLst>
          </p:cNvPr>
          <p:cNvGrpSpPr/>
          <p:nvPr/>
        </p:nvGrpSpPr>
        <p:grpSpPr>
          <a:xfrm>
            <a:off x="10849964" y="5366699"/>
            <a:ext cx="673975" cy="396001"/>
            <a:chOff x="791795" y="2509283"/>
            <a:chExt cx="1062735" cy="610278"/>
          </a:xfrm>
        </p:grpSpPr>
        <p:pic>
          <p:nvPicPr>
            <p:cNvPr id="82" name="Gráfico 81" descr="Caret Left con relleno sólido">
              <a:extLst>
                <a:ext uri="{FF2B5EF4-FFF2-40B4-BE49-F238E27FC236}">
                  <a16:creationId xmlns:a16="http://schemas.microsoft.com/office/drawing/2014/main" id="{805B1075-7ABE-B902-AD4E-428B9F011D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1795" y="2509283"/>
              <a:ext cx="581850" cy="610278"/>
            </a:xfrm>
            <a:prstGeom prst="rect">
              <a:avLst/>
            </a:prstGeom>
          </p:spPr>
        </p:pic>
        <p:pic>
          <p:nvPicPr>
            <p:cNvPr id="83" name="Gráfico 82" descr="Caret Left con relleno sólido">
              <a:extLst>
                <a:ext uri="{FF2B5EF4-FFF2-40B4-BE49-F238E27FC236}">
                  <a16:creationId xmlns:a16="http://schemas.microsoft.com/office/drawing/2014/main" id="{668AB52D-63B1-A133-25A4-1C278A83AC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1272680" y="2509283"/>
              <a:ext cx="581850" cy="610278"/>
            </a:xfrm>
            <a:prstGeom prst="rect">
              <a:avLst/>
            </a:prstGeom>
          </p:spPr>
        </p:pic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5AB07BD4-A2C1-2555-EC87-D8BA6EE275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52279" y="2601771"/>
              <a:ext cx="141767" cy="425302"/>
            </a:xfrm>
            <a:prstGeom prst="line">
              <a:avLst/>
            </a:prstGeom>
            <a:ln w="66675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áfico 55" descr="Signal contorno">
            <a:extLst>
              <a:ext uri="{FF2B5EF4-FFF2-40B4-BE49-F238E27FC236}">
                <a16:creationId xmlns:a16="http://schemas.microsoft.com/office/drawing/2014/main" id="{AC7CB267-FF78-7B88-6BC6-54188E90DDB7}"/>
              </a:ext>
            </a:extLst>
          </p:cNvPr>
          <p:cNvGrpSpPr>
            <a:grpSpLocks noChangeAspect="1"/>
          </p:cNvGrpSpPr>
          <p:nvPr/>
        </p:nvGrpSpPr>
        <p:grpSpPr>
          <a:xfrm>
            <a:off x="10989058" y="6244763"/>
            <a:ext cx="314892" cy="360000"/>
            <a:chOff x="10831191" y="6244701"/>
            <a:chExt cx="517055" cy="591124"/>
          </a:xfrm>
          <a:solidFill>
            <a:srgbClr val="39F0FF"/>
          </a:solidFill>
        </p:grpSpPr>
        <p:sp>
          <p:nvSpPr>
            <p:cNvPr id="86" name="Forma libre: forma 85">
              <a:extLst>
                <a:ext uri="{FF2B5EF4-FFF2-40B4-BE49-F238E27FC236}">
                  <a16:creationId xmlns:a16="http://schemas.microsoft.com/office/drawing/2014/main" id="{AC063C53-61DF-6B8E-4F76-5B0DBBDEA4F6}"/>
                </a:ext>
              </a:extLst>
            </p:cNvPr>
            <p:cNvSpPr/>
            <p:nvPr/>
          </p:nvSpPr>
          <p:spPr>
            <a:xfrm>
              <a:off x="10831191" y="6557543"/>
              <a:ext cx="144775" cy="278282"/>
            </a:xfrm>
            <a:custGeom>
              <a:avLst/>
              <a:gdLst>
                <a:gd name="csX0" fmla="*/ 0 w 144775"/>
                <a:gd name="csY0" fmla="*/ 0 h 278282"/>
                <a:gd name="csX1" fmla="*/ 0 w 144775"/>
                <a:gd name="csY1" fmla="*/ 278082 h 278282"/>
                <a:gd name="csX2" fmla="*/ 0 w 144775"/>
                <a:gd name="csY2" fmla="*/ 278082 h 278282"/>
                <a:gd name="csX3" fmla="*/ 0 w 144775"/>
                <a:gd name="csY3" fmla="*/ 278282 h 278282"/>
                <a:gd name="csX4" fmla="*/ 144775 w 144775"/>
                <a:gd name="csY4" fmla="*/ 278282 h 278282"/>
                <a:gd name="csX5" fmla="*/ 144775 w 144775"/>
                <a:gd name="csY5" fmla="*/ 200 h 278282"/>
                <a:gd name="csX6" fmla="*/ 144775 w 144775"/>
                <a:gd name="csY6" fmla="*/ 200 h 278282"/>
                <a:gd name="csX7" fmla="*/ 144775 w 144775"/>
                <a:gd name="csY7" fmla="*/ 0 h 278282"/>
                <a:gd name="csX8" fmla="*/ 20682 w 144775"/>
                <a:gd name="csY8" fmla="*/ 17575 h 278282"/>
                <a:gd name="csX9" fmla="*/ 124093 w 144775"/>
                <a:gd name="csY9" fmla="*/ 17575 h 278282"/>
                <a:gd name="csX10" fmla="*/ 124093 w 144775"/>
                <a:gd name="csY10" fmla="*/ 260707 h 278282"/>
                <a:gd name="csX11" fmla="*/ 20682 w 144775"/>
                <a:gd name="csY11" fmla="*/ 260707 h 278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4775" h="278282">
                  <a:moveTo>
                    <a:pt x="0" y="0"/>
                  </a:moveTo>
                  <a:lnTo>
                    <a:pt x="0" y="278082"/>
                  </a:lnTo>
                  <a:lnTo>
                    <a:pt x="0" y="278082"/>
                  </a:lnTo>
                  <a:lnTo>
                    <a:pt x="0" y="278282"/>
                  </a:lnTo>
                  <a:lnTo>
                    <a:pt x="144775" y="278282"/>
                  </a:lnTo>
                  <a:lnTo>
                    <a:pt x="144775" y="200"/>
                  </a:lnTo>
                  <a:lnTo>
                    <a:pt x="144775" y="200"/>
                  </a:lnTo>
                  <a:lnTo>
                    <a:pt x="144775" y="0"/>
                  </a:lnTo>
                  <a:close/>
                  <a:moveTo>
                    <a:pt x="20682" y="17575"/>
                  </a:moveTo>
                  <a:lnTo>
                    <a:pt x="124093" y="17575"/>
                  </a:lnTo>
                  <a:lnTo>
                    <a:pt x="124093" y="260707"/>
                  </a:lnTo>
                  <a:lnTo>
                    <a:pt x="20682" y="260707"/>
                  </a:lnTo>
                  <a:close/>
                </a:path>
              </a:pathLst>
            </a:custGeom>
            <a:grpFill/>
            <a:ln w="16847" cap="flat">
              <a:solidFill>
                <a:srgbClr val="39F0FF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>
                <a:solidFill>
                  <a:srgbClr val="39F0FF"/>
                </a:solidFill>
              </a:endParaRPr>
            </a:p>
          </p:txBody>
        </p:sp>
        <p:sp>
          <p:nvSpPr>
            <p:cNvPr id="87" name="Forma libre: forma 86">
              <a:extLst>
                <a:ext uri="{FF2B5EF4-FFF2-40B4-BE49-F238E27FC236}">
                  <a16:creationId xmlns:a16="http://schemas.microsoft.com/office/drawing/2014/main" id="{2F863193-115B-3F8B-22C5-5EF0C74C39F1}"/>
                </a:ext>
              </a:extLst>
            </p:cNvPr>
            <p:cNvSpPr/>
            <p:nvPr/>
          </p:nvSpPr>
          <p:spPr>
            <a:xfrm>
              <a:off x="11017331" y="6401122"/>
              <a:ext cx="144775" cy="434702"/>
            </a:xfrm>
            <a:custGeom>
              <a:avLst/>
              <a:gdLst>
                <a:gd name="csX0" fmla="*/ 0 w 144775"/>
                <a:gd name="csY0" fmla="*/ 0 h 434702"/>
                <a:gd name="csX1" fmla="*/ 0 w 144775"/>
                <a:gd name="csY1" fmla="*/ 434503 h 434702"/>
                <a:gd name="csX2" fmla="*/ 0 w 144775"/>
                <a:gd name="csY2" fmla="*/ 434503 h 434702"/>
                <a:gd name="csX3" fmla="*/ 0 w 144775"/>
                <a:gd name="csY3" fmla="*/ 434703 h 434702"/>
                <a:gd name="csX4" fmla="*/ 144775 w 144775"/>
                <a:gd name="csY4" fmla="*/ 434703 h 434702"/>
                <a:gd name="csX5" fmla="*/ 144775 w 144775"/>
                <a:gd name="csY5" fmla="*/ 200 h 434702"/>
                <a:gd name="csX6" fmla="*/ 144775 w 144775"/>
                <a:gd name="csY6" fmla="*/ 200 h 434702"/>
                <a:gd name="csX7" fmla="*/ 144775 w 144775"/>
                <a:gd name="csY7" fmla="*/ 0 h 434702"/>
                <a:gd name="csX8" fmla="*/ 20682 w 144775"/>
                <a:gd name="csY8" fmla="*/ 17575 h 434702"/>
                <a:gd name="csX9" fmla="*/ 124093 w 144775"/>
                <a:gd name="csY9" fmla="*/ 17575 h 434702"/>
                <a:gd name="csX10" fmla="*/ 124093 w 144775"/>
                <a:gd name="csY10" fmla="*/ 417128 h 434702"/>
                <a:gd name="csX11" fmla="*/ 20682 w 144775"/>
                <a:gd name="csY11" fmla="*/ 417128 h 4347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4775" h="434702">
                  <a:moveTo>
                    <a:pt x="0" y="0"/>
                  </a:moveTo>
                  <a:lnTo>
                    <a:pt x="0" y="434503"/>
                  </a:lnTo>
                  <a:lnTo>
                    <a:pt x="0" y="434503"/>
                  </a:lnTo>
                  <a:lnTo>
                    <a:pt x="0" y="434703"/>
                  </a:lnTo>
                  <a:lnTo>
                    <a:pt x="144775" y="434703"/>
                  </a:lnTo>
                  <a:lnTo>
                    <a:pt x="144775" y="200"/>
                  </a:lnTo>
                  <a:lnTo>
                    <a:pt x="144775" y="200"/>
                  </a:lnTo>
                  <a:lnTo>
                    <a:pt x="144775" y="0"/>
                  </a:lnTo>
                  <a:close/>
                  <a:moveTo>
                    <a:pt x="20682" y="17575"/>
                  </a:moveTo>
                  <a:lnTo>
                    <a:pt x="124093" y="17575"/>
                  </a:lnTo>
                  <a:lnTo>
                    <a:pt x="124093" y="417128"/>
                  </a:lnTo>
                  <a:lnTo>
                    <a:pt x="20682" y="417128"/>
                  </a:lnTo>
                  <a:close/>
                </a:path>
              </a:pathLst>
            </a:custGeom>
            <a:grpFill/>
            <a:ln w="16847" cap="flat">
              <a:solidFill>
                <a:srgbClr val="39F0FF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>
                <a:solidFill>
                  <a:srgbClr val="39F0FF"/>
                </a:solidFill>
              </a:endParaRPr>
            </a:p>
          </p:txBody>
        </p:sp>
        <p:sp>
          <p:nvSpPr>
            <p:cNvPr id="88" name="Forma libre: forma 87">
              <a:extLst>
                <a:ext uri="{FF2B5EF4-FFF2-40B4-BE49-F238E27FC236}">
                  <a16:creationId xmlns:a16="http://schemas.microsoft.com/office/drawing/2014/main" id="{0E6742B1-D6FC-6D16-0FF8-563C71940B63}"/>
                </a:ext>
              </a:extLst>
            </p:cNvPr>
            <p:cNvSpPr/>
            <p:nvPr/>
          </p:nvSpPr>
          <p:spPr>
            <a:xfrm>
              <a:off x="11203471" y="6244701"/>
              <a:ext cx="144775" cy="591123"/>
            </a:xfrm>
            <a:custGeom>
              <a:avLst/>
              <a:gdLst>
                <a:gd name="csX0" fmla="*/ 144775 w 144775"/>
                <a:gd name="csY0" fmla="*/ 0 h 591123"/>
                <a:gd name="csX1" fmla="*/ 0 w 144775"/>
                <a:gd name="csY1" fmla="*/ 0 h 591123"/>
                <a:gd name="csX2" fmla="*/ 0 w 144775"/>
                <a:gd name="csY2" fmla="*/ 590924 h 591123"/>
                <a:gd name="csX3" fmla="*/ 0 w 144775"/>
                <a:gd name="csY3" fmla="*/ 590924 h 591123"/>
                <a:gd name="csX4" fmla="*/ 0 w 144775"/>
                <a:gd name="csY4" fmla="*/ 591123 h 591123"/>
                <a:gd name="csX5" fmla="*/ 144775 w 144775"/>
                <a:gd name="csY5" fmla="*/ 591123 h 591123"/>
                <a:gd name="csX6" fmla="*/ 144775 w 144775"/>
                <a:gd name="csY6" fmla="*/ 165 h 591123"/>
                <a:gd name="csX7" fmla="*/ 144775 w 144775"/>
                <a:gd name="csY7" fmla="*/ 165 h 591123"/>
                <a:gd name="csX8" fmla="*/ 20682 w 144775"/>
                <a:gd name="csY8" fmla="*/ 17540 h 591123"/>
                <a:gd name="csX9" fmla="*/ 124093 w 144775"/>
                <a:gd name="csY9" fmla="*/ 17540 h 591123"/>
                <a:gd name="csX10" fmla="*/ 124093 w 144775"/>
                <a:gd name="csY10" fmla="*/ 573548 h 591123"/>
                <a:gd name="csX11" fmla="*/ 20682 w 144775"/>
                <a:gd name="csY11" fmla="*/ 573548 h 5911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4775" h="591123">
                  <a:moveTo>
                    <a:pt x="144775" y="0"/>
                  </a:moveTo>
                  <a:lnTo>
                    <a:pt x="0" y="0"/>
                  </a:lnTo>
                  <a:lnTo>
                    <a:pt x="0" y="590924"/>
                  </a:lnTo>
                  <a:lnTo>
                    <a:pt x="0" y="590924"/>
                  </a:lnTo>
                  <a:lnTo>
                    <a:pt x="0" y="591123"/>
                  </a:lnTo>
                  <a:lnTo>
                    <a:pt x="144775" y="591123"/>
                  </a:lnTo>
                  <a:lnTo>
                    <a:pt x="144775" y="165"/>
                  </a:lnTo>
                  <a:lnTo>
                    <a:pt x="144775" y="165"/>
                  </a:lnTo>
                  <a:close/>
                  <a:moveTo>
                    <a:pt x="20682" y="17540"/>
                  </a:moveTo>
                  <a:lnTo>
                    <a:pt x="124093" y="17540"/>
                  </a:lnTo>
                  <a:lnTo>
                    <a:pt x="124093" y="573548"/>
                  </a:lnTo>
                  <a:lnTo>
                    <a:pt x="20682" y="573548"/>
                  </a:lnTo>
                  <a:close/>
                </a:path>
              </a:pathLst>
            </a:custGeom>
            <a:grpFill/>
            <a:ln w="16847" cap="flat">
              <a:solidFill>
                <a:srgbClr val="39F0FF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>
                <a:solidFill>
                  <a:srgbClr val="39F0FF"/>
                </a:solidFill>
              </a:endParaRPr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C8AF66F3-9699-7939-9728-A864F3A529C3}"/>
              </a:ext>
            </a:extLst>
          </p:cNvPr>
          <p:cNvGrpSpPr>
            <a:grpSpLocks noChangeAspect="1"/>
          </p:cNvGrpSpPr>
          <p:nvPr/>
        </p:nvGrpSpPr>
        <p:grpSpPr>
          <a:xfrm>
            <a:off x="10989058" y="4562220"/>
            <a:ext cx="396000" cy="325945"/>
            <a:chOff x="10797676" y="4389516"/>
            <a:chExt cx="1049696" cy="930227"/>
          </a:xfrm>
        </p:grpSpPr>
        <p:sp>
          <p:nvSpPr>
            <p:cNvPr id="90" name="Forma libre: forma 89">
              <a:extLst>
                <a:ext uri="{FF2B5EF4-FFF2-40B4-BE49-F238E27FC236}">
                  <a16:creationId xmlns:a16="http://schemas.microsoft.com/office/drawing/2014/main" id="{46B4924F-A190-D1F9-AAD9-EE4E804D5E5C}"/>
                </a:ext>
              </a:extLst>
            </p:cNvPr>
            <p:cNvSpPr/>
            <p:nvPr/>
          </p:nvSpPr>
          <p:spPr>
            <a:xfrm>
              <a:off x="10797676" y="4389516"/>
              <a:ext cx="1049696" cy="930227"/>
            </a:xfrm>
            <a:custGeom>
              <a:avLst/>
              <a:gdLst>
                <a:gd name="csX0" fmla="*/ 0 w 1049696"/>
                <a:gd name="csY0" fmla="*/ 930227 h 930227"/>
                <a:gd name="csX1" fmla="*/ 1049697 w 1049696"/>
                <a:gd name="csY1" fmla="*/ 930227 h 930227"/>
                <a:gd name="csX2" fmla="*/ 1049697 w 1049696"/>
                <a:gd name="csY2" fmla="*/ 0 h 930227"/>
                <a:gd name="csX3" fmla="*/ 0 w 1049696"/>
                <a:gd name="csY3" fmla="*/ 0 h 930227"/>
                <a:gd name="csX4" fmla="*/ 26242 w 1049696"/>
                <a:gd name="csY4" fmla="*/ 900220 h 930227"/>
                <a:gd name="csX5" fmla="*/ 26242 w 1049696"/>
                <a:gd name="csY5" fmla="*/ 240059 h 930227"/>
                <a:gd name="csX6" fmla="*/ 1023454 w 1049696"/>
                <a:gd name="csY6" fmla="*/ 240059 h 930227"/>
                <a:gd name="csX7" fmla="*/ 1023454 w 1049696"/>
                <a:gd name="csY7" fmla="*/ 900220 h 930227"/>
                <a:gd name="csX8" fmla="*/ 1023454 w 1049696"/>
                <a:gd name="csY8" fmla="*/ 30007 h 930227"/>
                <a:gd name="csX9" fmla="*/ 1023454 w 1049696"/>
                <a:gd name="csY9" fmla="*/ 210051 h 930227"/>
                <a:gd name="csX10" fmla="*/ 26242 w 1049696"/>
                <a:gd name="csY10" fmla="*/ 210051 h 930227"/>
                <a:gd name="csX11" fmla="*/ 26242 w 1049696"/>
                <a:gd name="csY11" fmla="*/ 30007 h 930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49696" h="930227">
                  <a:moveTo>
                    <a:pt x="0" y="930227"/>
                  </a:moveTo>
                  <a:lnTo>
                    <a:pt x="1049697" y="930227"/>
                  </a:lnTo>
                  <a:lnTo>
                    <a:pt x="1049697" y="0"/>
                  </a:lnTo>
                  <a:lnTo>
                    <a:pt x="0" y="0"/>
                  </a:lnTo>
                  <a:close/>
                  <a:moveTo>
                    <a:pt x="26242" y="900220"/>
                  </a:moveTo>
                  <a:lnTo>
                    <a:pt x="26242" y="240059"/>
                  </a:lnTo>
                  <a:lnTo>
                    <a:pt x="1023454" y="240059"/>
                  </a:lnTo>
                  <a:lnTo>
                    <a:pt x="1023454" y="900220"/>
                  </a:lnTo>
                  <a:close/>
                  <a:moveTo>
                    <a:pt x="1023454" y="30007"/>
                  </a:moveTo>
                  <a:lnTo>
                    <a:pt x="1023454" y="210051"/>
                  </a:lnTo>
                  <a:lnTo>
                    <a:pt x="26242" y="210051"/>
                  </a:lnTo>
                  <a:lnTo>
                    <a:pt x="26242" y="30007"/>
                  </a:lnTo>
                  <a:close/>
                </a:path>
              </a:pathLst>
            </a:custGeom>
            <a:solidFill>
              <a:srgbClr val="39F0FF"/>
            </a:solidFill>
            <a:ln w="13097" cap="flat">
              <a:solidFill>
                <a:srgbClr val="39F0FF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1" name="Rectángulo: esquinas redondeadas 90">
              <a:extLst>
                <a:ext uri="{FF2B5EF4-FFF2-40B4-BE49-F238E27FC236}">
                  <a16:creationId xmlns:a16="http://schemas.microsoft.com/office/drawing/2014/main" id="{4299C8A0-4984-24B9-A447-532AAE43C2B4}"/>
                </a:ext>
              </a:extLst>
            </p:cNvPr>
            <p:cNvSpPr/>
            <p:nvPr/>
          </p:nvSpPr>
          <p:spPr>
            <a:xfrm>
              <a:off x="10968642" y="4724278"/>
              <a:ext cx="292000" cy="468000"/>
            </a:xfrm>
            <a:prstGeom prst="roundRect">
              <a:avLst/>
            </a:prstGeom>
            <a:solidFill>
              <a:srgbClr val="011839"/>
            </a:solidFill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387D51BE-6BFF-2AB2-0668-711F7D1B2F68}"/>
              </a:ext>
            </a:extLst>
          </p:cNvPr>
          <p:cNvGrpSpPr/>
          <p:nvPr/>
        </p:nvGrpSpPr>
        <p:grpSpPr>
          <a:xfrm>
            <a:off x="432980" y="7122826"/>
            <a:ext cx="14866907" cy="956739"/>
            <a:chOff x="571778" y="6885553"/>
            <a:chExt cx="14573222" cy="956739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F6D8A404-C038-434E-5BB8-ED6BC8D16256}"/>
                </a:ext>
              </a:extLst>
            </p:cNvPr>
            <p:cNvGrpSpPr/>
            <p:nvPr/>
          </p:nvGrpSpPr>
          <p:grpSpPr>
            <a:xfrm>
              <a:off x="571778" y="6885553"/>
              <a:ext cx="14573222" cy="956739"/>
              <a:chOff x="549595" y="6561798"/>
              <a:chExt cx="14860014" cy="1197431"/>
            </a:xfrm>
          </p:grpSpPr>
          <p:sp>
            <p:nvSpPr>
              <p:cNvPr id="96" name="Rectángulo: esquinas redondeadas 95">
                <a:extLst>
                  <a:ext uri="{FF2B5EF4-FFF2-40B4-BE49-F238E27FC236}">
                    <a16:creationId xmlns:a16="http://schemas.microsoft.com/office/drawing/2014/main" id="{BCA4ECF5-2485-80C8-C7DE-8FD9817E426A}"/>
                  </a:ext>
                </a:extLst>
              </p:cNvPr>
              <p:cNvSpPr/>
              <p:nvPr/>
            </p:nvSpPr>
            <p:spPr>
              <a:xfrm>
                <a:off x="637694" y="6561798"/>
                <a:ext cx="14771915" cy="1197427"/>
              </a:xfrm>
              <a:prstGeom prst="roundRect">
                <a:avLst>
                  <a:gd name="adj" fmla="val 7114"/>
                </a:avLst>
              </a:prstGeom>
              <a:gradFill flip="none" rotWithShape="1">
                <a:gsLst>
                  <a:gs pos="0">
                    <a:srgbClr val="063362"/>
                  </a:gs>
                  <a:gs pos="74000">
                    <a:srgbClr val="031B3C"/>
                  </a:gs>
                  <a:gs pos="89000">
                    <a:srgbClr val="021733"/>
                  </a:gs>
                  <a:gs pos="100000">
                    <a:srgbClr val="053166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rgbClr val="04F4F6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24000" rtlCol="0" anchor="ctr"/>
              <a:lstStyle/>
              <a:p>
                <a:r>
                  <a:rPr lang="es-CL" sz="2400" b="1" noProof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Criterio de despliegue</a:t>
                </a:r>
                <a:br>
                  <a:rPr lang="es-CL" sz="2000" b="1" noProof="0" dirty="0">
                    <a:solidFill>
                      <a:srgbClr val="3DF5F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CL" sz="2000" b="1" noProof="0" dirty="0">
                    <a:solidFill>
                      <a:srgbClr val="3DF5F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Utilizar servicios administrativos y mantener separados los clientes.</a:t>
                </a:r>
                <a:endParaRPr lang="es-CL" sz="36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Rectángulo: esquinas superiores redondeadas 96">
                <a:extLst>
                  <a:ext uri="{FF2B5EF4-FFF2-40B4-BE49-F238E27FC236}">
                    <a16:creationId xmlns:a16="http://schemas.microsoft.com/office/drawing/2014/main" id="{9B12F6FA-CC76-E253-7835-542DB043E86F}"/>
                  </a:ext>
                </a:extLst>
              </p:cNvPr>
              <p:cNvSpPr/>
              <p:nvPr/>
            </p:nvSpPr>
            <p:spPr>
              <a:xfrm rot="16200000">
                <a:off x="38980" y="7072417"/>
                <a:ext cx="1197427" cy="176197"/>
              </a:xfrm>
              <a:prstGeom prst="round2SameRect">
                <a:avLst>
                  <a:gd name="adj1" fmla="val 48919"/>
                  <a:gd name="adj2" fmla="val 0"/>
                </a:avLst>
              </a:prstGeom>
              <a:gradFill flip="none" rotWithShape="1">
                <a:gsLst>
                  <a:gs pos="0">
                    <a:srgbClr val="0199CF"/>
                  </a:gs>
                  <a:gs pos="54000">
                    <a:srgbClr val="01C1E5"/>
                  </a:gs>
                  <a:gs pos="100000">
                    <a:srgbClr val="03CEEB"/>
                  </a:gs>
                </a:gsLst>
                <a:lin ang="16200000" scaled="1"/>
                <a:tileRect/>
              </a:gradFill>
              <a:ln>
                <a:solidFill>
                  <a:srgbClr val="04F4F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noProof="0" dirty="0"/>
              </a:p>
            </p:txBody>
          </p:sp>
        </p:grp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A46E0308-3211-75B5-EA72-87B532CF27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197" y="7058861"/>
              <a:ext cx="0" cy="584173"/>
            </a:xfrm>
            <a:prstGeom prst="line">
              <a:avLst/>
            </a:prstGeom>
            <a:ln w="28575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5" name="Gráfico 94" descr="Document con relleno sólido">
              <a:extLst>
                <a:ext uri="{FF2B5EF4-FFF2-40B4-BE49-F238E27FC236}">
                  <a16:creationId xmlns:a16="http://schemas.microsoft.com/office/drawing/2014/main" id="{D2476747-6D76-506D-F7A1-42E975891D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02613" y="6970815"/>
              <a:ext cx="757261" cy="7514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6913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55FB9FFC-45F1-E980-0934-3F47CEF2B138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612C9F5B-74A9-EE62-E8D8-5B298757B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27FFCA7-2CC7-53BB-983C-696BA8C2A8D6}"/>
                </a:ext>
              </a:extLst>
            </p:cNvPr>
            <p:cNvGrpSpPr/>
            <p:nvPr/>
          </p:nvGrpSpPr>
          <p:grpSpPr>
            <a:xfrm>
              <a:off x="5522552" y="8343728"/>
              <a:ext cx="10076908" cy="394609"/>
              <a:chOff x="5522552" y="8343728"/>
              <a:chExt cx="10076908" cy="394609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4D779B1-87E3-C7EE-2DF9-CDCF2B533498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715936C-3A25-82E1-37CD-A63C4B1E9C65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23</a:t>
                </a:r>
              </a:p>
            </p:txBody>
          </p:sp>
        </p:grp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7FD3B7EB-A2FD-F67A-D3C8-E976491BAC00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C0AF9B6F-DD79-9F24-3A1F-9736A94379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505326"/>
            <a:ext cx="15294660" cy="7833811"/>
          </a:xfrm>
          <a:prstGeom prst="rect">
            <a:avLst/>
          </a:prstGeom>
          <a:effectLst>
            <a:glow rad="228600">
              <a:schemeClr val="bg1">
                <a:alpha val="5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765704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36CA9165-7E3B-A5C0-EE6A-0E2ED7C914B0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08EE37F2-42A2-C998-32D9-AF8241DC65F0}"/>
                </a:ext>
              </a:extLst>
            </p:cNvPr>
            <p:cNvGrpSpPr/>
            <p:nvPr/>
          </p:nvGrpSpPr>
          <p:grpSpPr>
            <a:xfrm>
              <a:off x="0" y="0"/>
              <a:ext cx="15925800" cy="8963025"/>
              <a:chOff x="0" y="0"/>
              <a:chExt cx="15925800" cy="8963025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7184DC31-683C-EC24-E809-336D4FCBAE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5925800" cy="8963025"/>
              </a:xfrm>
              <a:prstGeom prst="rect">
                <a:avLst/>
              </a:prstGeom>
            </p:spPr>
          </p:pic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64189984-F7FE-8D51-F6DB-1F03F0A2B5A7}"/>
                  </a:ext>
                </a:extLst>
              </p:cNvPr>
              <p:cNvGrpSpPr/>
              <p:nvPr/>
            </p:nvGrpSpPr>
            <p:grpSpPr>
              <a:xfrm>
                <a:off x="639920" y="128351"/>
                <a:ext cx="14959540" cy="8609986"/>
                <a:chOff x="639920" y="128351"/>
                <a:chExt cx="14959540" cy="8609986"/>
              </a:xfrm>
            </p:grpSpPr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133AA805-B97F-F6D3-7E02-448284D1EB43}"/>
                    </a:ext>
                  </a:extLst>
                </p:cNvPr>
                <p:cNvSpPr txBox="1"/>
                <p:nvPr/>
              </p:nvSpPr>
              <p:spPr>
                <a:xfrm>
                  <a:off x="744813" y="128351"/>
                  <a:ext cx="26480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GATI </a:t>
                  </a:r>
                  <a:r>
                    <a:rPr lang="es-CL" sz="2400" b="1" spc="300" noProof="0" dirty="0">
                      <a:solidFill>
                        <a:schemeClr val="bg1"/>
                      </a:solidFill>
                      <a:cs typeface="Arial" panose="020B0604020202020204" pitchFamily="34" charset="0"/>
                    </a:rPr>
                    <a:t>·</a:t>
                  </a:r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ENTREGA 2</a:t>
                  </a:r>
                </a:p>
              </p:txBody>
            </p:sp>
            <p:cxnSp>
              <p:nvCxnSpPr>
                <p:cNvPr id="9" name="Conector recto 8">
                  <a:extLst>
                    <a:ext uri="{FF2B5EF4-FFF2-40B4-BE49-F238E27FC236}">
                      <a16:creationId xmlns:a16="http://schemas.microsoft.com/office/drawing/2014/main" id="{6F3FBC81-48DB-88E5-BD07-E059DB2882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9920" y="7422473"/>
                  <a:ext cx="14693312" cy="0"/>
                </a:xfrm>
                <a:prstGeom prst="line">
                  <a:avLst/>
                </a:prstGeom>
                <a:ln w="41275" cap="rnd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83E9F622-4CE3-CB9D-8AA0-80A620F362B2}"/>
                    </a:ext>
                  </a:extLst>
                </p:cNvPr>
                <p:cNvSpPr txBox="1"/>
                <p:nvPr/>
              </p:nvSpPr>
              <p:spPr>
                <a:xfrm>
                  <a:off x="5522552" y="8445949"/>
                  <a:ext cx="4880695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300" spc="300" noProof="0" dirty="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rPr>
                    <a:t>CAPSTONE · INGENIERÍA EN INFORMÁTICA</a:t>
                  </a: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2B70005B-AA06-4529-22D5-CD88541C9659}"/>
                    </a:ext>
                  </a:extLst>
                </p:cNvPr>
                <p:cNvSpPr txBox="1"/>
                <p:nvPr/>
              </p:nvSpPr>
              <p:spPr>
                <a:xfrm>
                  <a:off x="15110224" y="8343728"/>
                  <a:ext cx="4892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CL"/>
                  </a:defPPr>
                  <a:lvl1pPr>
                    <a:defRPr sz="1300" spc="30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s-CL" sz="1600" noProof="0" dirty="0"/>
                    <a:t>24</a:t>
                  </a:r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F247FA1-1461-1CB7-723D-AE376A8C4F73}"/>
                  </a:ext>
                </a:extLst>
              </p:cNvPr>
              <p:cNvSpPr txBox="1"/>
              <p:nvPr/>
            </p:nvSpPr>
            <p:spPr>
              <a:xfrm>
                <a:off x="420624" y="8461338"/>
                <a:ext cx="22599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2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TI – ONE SOLUTION</a:t>
                </a:r>
              </a:p>
            </p:txBody>
          </p:sp>
        </p:grp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53D69726-AC8C-7701-894C-271F701B8CE2}"/>
                </a:ext>
              </a:extLst>
            </p:cNvPr>
            <p:cNvCxnSpPr>
              <a:cxnSpLocks/>
            </p:cNvCxnSpPr>
            <p:nvPr/>
          </p:nvCxnSpPr>
          <p:spPr>
            <a:xfrm>
              <a:off x="1022984" y="1333500"/>
              <a:ext cx="1147446" cy="0"/>
            </a:xfrm>
            <a:prstGeom prst="line">
              <a:avLst/>
            </a:prstGeom>
            <a:ln w="76200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652C5B7-DF63-A294-4385-3BB7DA258ABA}"/>
              </a:ext>
            </a:extLst>
          </p:cNvPr>
          <p:cNvGrpSpPr/>
          <p:nvPr/>
        </p:nvGrpSpPr>
        <p:grpSpPr>
          <a:xfrm>
            <a:off x="8095835" y="2404714"/>
            <a:ext cx="7237398" cy="4906165"/>
            <a:chOff x="716539" y="2589617"/>
            <a:chExt cx="7237398" cy="2235200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4CE1D343-48B1-500C-AD81-CEDB4BF28837}"/>
                </a:ext>
              </a:extLst>
            </p:cNvPr>
            <p:cNvSpPr/>
            <p:nvPr/>
          </p:nvSpPr>
          <p:spPr>
            <a:xfrm>
              <a:off x="716540" y="2589617"/>
              <a:ext cx="7237397" cy="2235200"/>
            </a:xfrm>
            <a:prstGeom prst="roundRect">
              <a:avLst>
                <a:gd name="adj" fmla="val 2387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88000" rtlCol="0" anchor="ctr"/>
            <a:lstStyle/>
            <a:p>
              <a:endParaRPr lang="es-CL" sz="2400" b="1" noProof="0" dirty="0">
                <a:solidFill>
                  <a:srgbClr val="10F6FF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4" name="Rectángulo: esquinas superiores redondeadas 13">
              <a:extLst>
                <a:ext uri="{FF2B5EF4-FFF2-40B4-BE49-F238E27FC236}">
                  <a16:creationId xmlns:a16="http://schemas.microsoft.com/office/drawing/2014/main" id="{FD7E19E1-2E15-A83E-752C-F5BCEE8494A6}"/>
                </a:ext>
              </a:extLst>
            </p:cNvPr>
            <p:cNvSpPr/>
            <p:nvPr/>
          </p:nvSpPr>
          <p:spPr>
            <a:xfrm>
              <a:off x="716539" y="2591915"/>
              <a:ext cx="7237397" cy="11249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13E1F2"/>
                </a:gs>
                <a:gs pos="48000">
                  <a:srgbClr val="0DABC5"/>
                </a:gs>
                <a:gs pos="100000">
                  <a:srgbClr val="10F6FF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CCD7D41-814E-7FF7-8A86-18D42E723F99}"/>
              </a:ext>
            </a:extLst>
          </p:cNvPr>
          <p:cNvGrpSpPr/>
          <p:nvPr/>
        </p:nvGrpSpPr>
        <p:grpSpPr>
          <a:xfrm>
            <a:off x="592569" y="2414279"/>
            <a:ext cx="7237398" cy="4906165"/>
            <a:chOff x="716539" y="2589617"/>
            <a:chExt cx="7237398" cy="2235200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8FD9A15D-B7A6-9D4C-8EA5-1A3089CF61C9}"/>
                </a:ext>
              </a:extLst>
            </p:cNvPr>
            <p:cNvSpPr/>
            <p:nvPr/>
          </p:nvSpPr>
          <p:spPr>
            <a:xfrm>
              <a:off x="716540" y="2589617"/>
              <a:ext cx="7237397" cy="2235200"/>
            </a:xfrm>
            <a:prstGeom prst="roundRect">
              <a:avLst>
                <a:gd name="adj" fmla="val 2387"/>
              </a:avLst>
            </a:prstGeom>
            <a:gradFill flip="none" rotWithShape="1">
              <a:gsLst>
                <a:gs pos="0">
                  <a:srgbClr val="063362"/>
                </a:gs>
                <a:gs pos="74000">
                  <a:srgbClr val="031B3C"/>
                </a:gs>
                <a:gs pos="89000">
                  <a:srgbClr val="021733"/>
                </a:gs>
                <a:gs pos="100000">
                  <a:srgbClr val="053166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rgbClr val="04F4F6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88000" rtlCol="0" anchor="ctr"/>
            <a:lstStyle/>
            <a:p>
              <a:endParaRPr lang="es-CL" sz="2400" b="1" noProof="0" dirty="0">
                <a:solidFill>
                  <a:srgbClr val="10F6FF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7" name="Rectángulo: esquinas superiores redondeadas 16">
              <a:extLst>
                <a:ext uri="{FF2B5EF4-FFF2-40B4-BE49-F238E27FC236}">
                  <a16:creationId xmlns:a16="http://schemas.microsoft.com/office/drawing/2014/main" id="{CCBD6466-9437-9EB4-A0A1-4E9DA24D3DD3}"/>
                </a:ext>
              </a:extLst>
            </p:cNvPr>
            <p:cNvSpPr/>
            <p:nvPr/>
          </p:nvSpPr>
          <p:spPr>
            <a:xfrm>
              <a:off x="716539" y="2591915"/>
              <a:ext cx="7237397" cy="112492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13E1F2"/>
                </a:gs>
                <a:gs pos="48000">
                  <a:srgbClr val="0DABC5"/>
                </a:gs>
                <a:gs pos="100000">
                  <a:srgbClr val="10F6FF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2861A59-1A01-ADA9-1CEB-10FB8EFA5CCC}"/>
              </a:ext>
            </a:extLst>
          </p:cNvPr>
          <p:cNvSpPr txBox="1"/>
          <p:nvPr/>
        </p:nvSpPr>
        <p:spPr>
          <a:xfrm>
            <a:off x="874351" y="503908"/>
            <a:ext cx="101457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00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Prototipos e interfaces.</a:t>
            </a:r>
          </a:p>
        </p:txBody>
      </p:sp>
      <p:sp>
        <p:nvSpPr>
          <p:cNvPr id="19" name="Diseño e Inicio del Desarrollo">
            <a:extLst>
              <a:ext uri="{FF2B5EF4-FFF2-40B4-BE49-F238E27FC236}">
                <a16:creationId xmlns:a16="http://schemas.microsoft.com/office/drawing/2014/main" id="{4EEAD8AB-43E1-E7E6-229A-28371A87295C}"/>
              </a:ext>
            </a:extLst>
          </p:cNvPr>
          <p:cNvSpPr>
            <a:spLocks noGrp="1"/>
          </p:cNvSpPr>
          <p:nvPr/>
        </p:nvSpPr>
        <p:spPr>
          <a:xfrm>
            <a:off x="517218" y="1648718"/>
            <a:ext cx="12473567" cy="546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32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orientado a las tareas de administración y operación técnica</a:t>
            </a:r>
          </a:p>
        </p:txBody>
      </p:sp>
      <p:pic>
        <p:nvPicPr>
          <p:cNvPr id="20" name="Gráfico 19" descr="Monitor contorno">
            <a:extLst>
              <a:ext uri="{FF2B5EF4-FFF2-40B4-BE49-F238E27FC236}">
                <a16:creationId xmlns:a16="http://schemas.microsoft.com/office/drawing/2014/main" id="{3D6DA79F-4D9F-7E21-9BFC-6CA5459A2E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579" y="2530997"/>
            <a:ext cx="1551007" cy="1612739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E3C135A9-76D3-DBD1-2657-C8EDE60EBABD}"/>
              </a:ext>
            </a:extLst>
          </p:cNvPr>
          <p:cNvSpPr txBox="1"/>
          <p:nvPr/>
        </p:nvSpPr>
        <p:spPr>
          <a:xfrm>
            <a:off x="2753360" y="2895600"/>
            <a:ext cx="31502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Interfaz web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10BA2DB-D56F-2A55-1BDA-815CFBF9A63F}"/>
              </a:ext>
            </a:extLst>
          </p:cNvPr>
          <p:cNvSpPr txBox="1"/>
          <p:nvPr/>
        </p:nvSpPr>
        <p:spPr>
          <a:xfrm>
            <a:off x="2011679" y="4142855"/>
            <a:ext cx="3467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Recepción de ordenes</a:t>
            </a:r>
          </a:p>
        </p:txBody>
      </p:sp>
      <p:sp>
        <p:nvSpPr>
          <p:cNvPr id="23" name="Diseño e Inicio del Desarrollo">
            <a:extLst>
              <a:ext uri="{FF2B5EF4-FFF2-40B4-BE49-F238E27FC236}">
                <a16:creationId xmlns:a16="http://schemas.microsoft.com/office/drawing/2014/main" id="{1498F8F1-7829-E4FA-795C-DED2FDD157C3}"/>
              </a:ext>
            </a:extLst>
          </p:cNvPr>
          <p:cNvSpPr>
            <a:spLocks noGrp="1"/>
          </p:cNvSpPr>
          <p:nvPr/>
        </p:nvSpPr>
        <p:spPr>
          <a:xfrm>
            <a:off x="2011679" y="4546210"/>
            <a:ext cx="12473567" cy="546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Consula de ítems y registro de activos.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EBAD2A9-493F-9C7C-3D64-9A7005147C8C}"/>
              </a:ext>
            </a:extLst>
          </p:cNvPr>
          <p:cNvSpPr txBox="1"/>
          <p:nvPr/>
        </p:nvSpPr>
        <p:spPr>
          <a:xfrm>
            <a:off x="2011679" y="5215344"/>
            <a:ext cx="1654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Inventario</a:t>
            </a:r>
          </a:p>
        </p:txBody>
      </p:sp>
      <p:sp>
        <p:nvSpPr>
          <p:cNvPr id="25" name="Diseño e Inicio del Desarrollo">
            <a:extLst>
              <a:ext uri="{FF2B5EF4-FFF2-40B4-BE49-F238E27FC236}">
                <a16:creationId xmlns:a16="http://schemas.microsoft.com/office/drawing/2014/main" id="{7D6CEC98-ADD3-184D-F1F8-54824FC45D5E}"/>
              </a:ext>
            </a:extLst>
          </p:cNvPr>
          <p:cNvSpPr>
            <a:spLocks noGrp="1"/>
          </p:cNvSpPr>
          <p:nvPr/>
        </p:nvSpPr>
        <p:spPr>
          <a:xfrm>
            <a:off x="2011679" y="5618699"/>
            <a:ext cx="12473567" cy="546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Búsqueda y filtros por categoría y estado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6261A09-EF09-81FE-2FF9-64331478AEBA}"/>
              </a:ext>
            </a:extLst>
          </p:cNvPr>
          <p:cNvSpPr txBox="1"/>
          <p:nvPr/>
        </p:nvSpPr>
        <p:spPr>
          <a:xfrm>
            <a:off x="2011679" y="6307987"/>
            <a:ext cx="2832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del activo</a:t>
            </a:r>
          </a:p>
        </p:txBody>
      </p:sp>
      <p:sp>
        <p:nvSpPr>
          <p:cNvPr id="27" name="Diseño e Inicio del Desarrollo">
            <a:extLst>
              <a:ext uri="{FF2B5EF4-FFF2-40B4-BE49-F238E27FC236}">
                <a16:creationId xmlns:a16="http://schemas.microsoft.com/office/drawing/2014/main" id="{3B234D76-D0A6-A67A-1814-6618E5335602}"/>
              </a:ext>
            </a:extLst>
          </p:cNvPr>
          <p:cNvSpPr>
            <a:spLocks noGrp="1"/>
          </p:cNvSpPr>
          <p:nvPr/>
        </p:nvSpPr>
        <p:spPr>
          <a:xfrm>
            <a:off x="2011679" y="6693245"/>
            <a:ext cx="12473567" cy="546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Asignación, movimiento y consulta de historial.</a:t>
            </a:r>
          </a:p>
        </p:txBody>
      </p:sp>
      <p:pic>
        <p:nvPicPr>
          <p:cNvPr id="28" name="Gráfico 27" descr="Database contorno">
            <a:extLst>
              <a:ext uri="{FF2B5EF4-FFF2-40B4-BE49-F238E27FC236}">
                <a16:creationId xmlns:a16="http://schemas.microsoft.com/office/drawing/2014/main" id="{F210A7C5-3D07-8F00-BCDE-9922E817E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580" y="5269185"/>
            <a:ext cx="777288" cy="683174"/>
          </a:xfrm>
          <a:prstGeom prst="rect">
            <a:avLst/>
          </a:prstGeom>
        </p:spPr>
      </p:pic>
      <p:pic>
        <p:nvPicPr>
          <p:cNvPr id="29" name="Gráfico 28" descr="Single gear contorno">
            <a:extLst>
              <a:ext uri="{FF2B5EF4-FFF2-40B4-BE49-F238E27FC236}">
                <a16:creationId xmlns:a16="http://schemas.microsoft.com/office/drawing/2014/main" id="{FC6A39E5-4E59-8F4B-11C8-5449F2E750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224" y="6213808"/>
            <a:ext cx="864000" cy="864000"/>
          </a:xfrm>
          <a:prstGeom prst="rect">
            <a:avLst/>
          </a:prstGeom>
        </p:spPr>
      </p:pic>
      <p:pic>
        <p:nvPicPr>
          <p:cNvPr id="30" name="Gráfico 29" descr="Paper contorno">
            <a:extLst>
              <a:ext uri="{FF2B5EF4-FFF2-40B4-BE49-F238E27FC236}">
                <a16:creationId xmlns:a16="http://schemas.microsoft.com/office/drawing/2014/main" id="{0FEB3C93-F3B5-2453-99D3-33CC9361D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7910" y="4203140"/>
            <a:ext cx="777288" cy="714091"/>
          </a:xfrm>
          <a:prstGeom prst="rect">
            <a:avLst/>
          </a:prstGeom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0A155B5A-C58E-5C99-1727-E90E2901F4E5}"/>
              </a:ext>
            </a:extLst>
          </p:cNvPr>
          <p:cNvGrpSpPr/>
          <p:nvPr/>
        </p:nvGrpSpPr>
        <p:grpSpPr>
          <a:xfrm>
            <a:off x="9035803" y="2722500"/>
            <a:ext cx="763357" cy="1223452"/>
            <a:chOff x="9005993" y="2671625"/>
            <a:chExt cx="763357" cy="1223452"/>
          </a:xfrm>
        </p:grpSpPr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1168C301-CEC1-6B99-E4EA-17FDEAC7A9A6}"/>
                </a:ext>
              </a:extLst>
            </p:cNvPr>
            <p:cNvSpPr/>
            <p:nvPr/>
          </p:nvSpPr>
          <p:spPr>
            <a:xfrm>
              <a:off x="9005993" y="2671625"/>
              <a:ext cx="763357" cy="1223452"/>
            </a:xfrm>
            <a:prstGeom prst="roundRect">
              <a:avLst/>
            </a:prstGeom>
            <a:solidFill>
              <a:srgbClr val="011839"/>
            </a:solidFill>
            <a:ln w="38100">
              <a:solidFill>
                <a:srgbClr val="39F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D9596EAD-1A51-C7AC-1EFE-BF77BE0D52F0}"/>
                </a:ext>
              </a:extLst>
            </p:cNvPr>
            <p:cNvCxnSpPr>
              <a:cxnSpLocks/>
            </p:cNvCxnSpPr>
            <p:nvPr/>
          </p:nvCxnSpPr>
          <p:spPr>
            <a:xfrm>
              <a:off x="9192114" y="3125687"/>
              <a:ext cx="0" cy="315327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FB1AF289-701E-0C8F-B601-8243416E4999}"/>
                </a:ext>
              </a:extLst>
            </p:cNvPr>
            <p:cNvCxnSpPr>
              <a:cxnSpLocks/>
            </p:cNvCxnSpPr>
            <p:nvPr/>
          </p:nvCxnSpPr>
          <p:spPr>
            <a:xfrm>
              <a:off x="9583229" y="3125686"/>
              <a:ext cx="0" cy="315327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497A7B5B-6B02-0649-0C78-6AFA1FF082A7}"/>
                </a:ext>
              </a:extLst>
            </p:cNvPr>
            <p:cNvCxnSpPr>
              <a:cxnSpLocks/>
            </p:cNvCxnSpPr>
            <p:nvPr/>
          </p:nvCxnSpPr>
          <p:spPr>
            <a:xfrm>
              <a:off x="9291916" y="3179702"/>
              <a:ext cx="0" cy="208838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FE6775A8-F79F-05C3-4C1E-774DBC72D9AA}"/>
                </a:ext>
              </a:extLst>
            </p:cNvPr>
            <p:cNvCxnSpPr>
              <a:cxnSpLocks/>
            </p:cNvCxnSpPr>
            <p:nvPr/>
          </p:nvCxnSpPr>
          <p:spPr>
            <a:xfrm>
              <a:off x="9387672" y="3178930"/>
              <a:ext cx="0" cy="208838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7506EA5F-F533-D828-DA24-2F6DAD5AEE1F}"/>
                </a:ext>
              </a:extLst>
            </p:cNvPr>
            <p:cNvCxnSpPr>
              <a:cxnSpLocks/>
            </p:cNvCxnSpPr>
            <p:nvPr/>
          </p:nvCxnSpPr>
          <p:spPr>
            <a:xfrm>
              <a:off x="9481404" y="3178930"/>
              <a:ext cx="0" cy="208838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A672493E-8405-DC41-97A3-CE4D087759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365" y="3752584"/>
              <a:ext cx="112614" cy="0"/>
            </a:xfrm>
            <a:prstGeom prst="line">
              <a:avLst/>
            </a:prstGeom>
            <a:ln w="50800" cap="rnd">
              <a:solidFill>
                <a:srgbClr val="39F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6C2B5CC-F1A4-3F3E-9413-C6DCD4F6E5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1365" y="2822674"/>
              <a:ext cx="112614" cy="0"/>
            </a:xfrm>
            <a:prstGeom prst="line">
              <a:avLst/>
            </a:prstGeom>
            <a:ln w="50800" cap="rnd">
              <a:solidFill>
                <a:srgbClr val="032F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779C9A1-996C-6611-3AE3-05AE455319B8}"/>
              </a:ext>
            </a:extLst>
          </p:cNvPr>
          <p:cNvSpPr txBox="1"/>
          <p:nvPr/>
        </p:nvSpPr>
        <p:spPr>
          <a:xfrm>
            <a:off x="10237982" y="2973232"/>
            <a:ext cx="3493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Interfaz móvil</a:t>
            </a:r>
          </a:p>
        </p:txBody>
      </p:sp>
      <p:sp>
        <p:nvSpPr>
          <p:cNvPr id="41" name="Diseño e Inicio del Desarrollo">
            <a:extLst>
              <a:ext uri="{FF2B5EF4-FFF2-40B4-BE49-F238E27FC236}">
                <a16:creationId xmlns:a16="http://schemas.microsoft.com/office/drawing/2014/main" id="{7FDE7A92-9AB2-B626-80B4-44C603897C7E}"/>
              </a:ext>
            </a:extLst>
          </p:cNvPr>
          <p:cNvSpPr>
            <a:spLocks noGrp="1"/>
          </p:cNvSpPr>
          <p:nvPr/>
        </p:nvSpPr>
        <p:spPr>
          <a:xfrm>
            <a:off x="9769351" y="4569145"/>
            <a:ext cx="5173933" cy="546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Lectura de códigos QR o de barras.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8AEAF36-003B-05B3-8442-2C3A7D488F41}"/>
              </a:ext>
            </a:extLst>
          </p:cNvPr>
          <p:cNvSpPr txBox="1"/>
          <p:nvPr/>
        </p:nvSpPr>
        <p:spPr>
          <a:xfrm>
            <a:off x="9769350" y="4227690"/>
            <a:ext cx="3797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Identificación del activo</a:t>
            </a:r>
          </a:p>
        </p:txBody>
      </p:sp>
      <p:sp>
        <p:nvSpPr>
          <p:cNvPr id="43" name="Diseño e Inicio del Desarrollo">
            <a:extLst>
              <a:ext uri="{FF2B5EF4-FFF2-40B4-BE49-F238E27FC236}">
                <a16:creationId xmlns:a16="http://schemas.microsoft.com/office/drawing/2014/main" id="{0DC69B62-51D3-011C-69E5-FFC0513E29A4}"/>
              </a:ext>
            </a:extLst>
          </p:cNvPr>
          <p:cNvSpPr>
            <a:spLocks noGrp="1"/>
          </p:cNvSpPr>
          <p:nvPr/>
        </p:nvSpPr>
        <p:spPr>
          <a:xfrm>
            <a:off x="9769351" y="5635556"/>
            <a:ext cx="5173933" cy="546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Acceso a la información del activo.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C832369-4536-D03D-8525-652EA1E2117B}"/>
              </a:ext>
            </a:extLst>
          </p:cNvPr>
          <p:cNvSpPr txBox="1"/>
          <p:nvPr/>
        </p:nvSpPr>
        <p:spPr>
          <a:xfrm>
            <a:off x="9769350" y="5294101"/>
            <a:ext cx="3797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 en terreno</a:t>
            </a:r>
          </a:p>
        </p:txBody>
      </p:sp>
      <p:sp>
        <p:nvSpPr>
          <p:cNvPr id="45" name="Diseño e Inicio del Desarrollo">
            <a:extLst>
              <a:ext uri="{FF2B5EF4-FFF2-40B4-BE49-F238E27FC236}">
                <a16:creationId xmlns:a16="http://schemas.microsoft.com/office/drawing/2014/main" id="{E0BD9BEF-E728-A943-A36D-4D435C3F5823}"/>
              </a:ext>
            </a:extLst>
          </p:cNvPr>
          <p:cNvSpPr>
            <a:spLocks noGrp="1"/>
          </p:cNvSpPr>
          <p:nvPr/>
        </p:nvSpPr>
        <p:spPr>
          <a:xfrm>
            <a:off x="9769351" y="6693245"/>
            <a:ext cx="5173933" cy="546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de datos durante la atención.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D422F95D-3A4B-7FDE-60C9-2D42EA46321C}"/>
              </a:ext>
            </a:extLst>
          </p:cNvPr>
          <p:cNvSpPr txBox="1"/>
          <p:nvPr/>
        </p:nvSpPr>
        <p:spPr>
          <a:xfrm>
            <a:off x="9769350" y="6351790"/>
            <a:ext cx="3797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Operación técnica</a:t>
            </a:r>
          </a:p>
        </p:txBody>
      </p:sp>
      <p:pic>
        <p:nvPicPr>
          <p:cNvPr id="47" name="Gráfico 46" descr="Magnifying glass con relleno sólido">
            <a:extLst>
              <a:ext uri="{FF2B5EF4-FFF2-40B4-BE49-F238E27FC236}">
                <a16:creationId xmlns:a16="http://schemas.microsoft.com/office/drawing/2014/main" id="{8AD5C3E5-8808-702C-BDB2-CA53BD26E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60540" y="5250772"/>
            <a:ext cx="720000" cy="720000"/>
          </a:xfrm>
          <a:prstGeom prst="rect">
            <a:avLst/>
          </a:prstGeom>
          <a:effectLst/>
        </p:spPr>
      </p:pic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A210AFAF-FD7E-573C-25FB-0971876F1F92}"/>
              </a:ext>
            </a:extLst>
          </p:cNvPr>
          <p:cNvSpPr/>
          <p:nvPr/>
        </p:nvSpPr>
        <p:spPr>
          <a:xfrm>
            <a:off x="595701" y="7520717"/>
            <a:ext cx="14761454" cy="778078"/>
          </a:xfrm>
          <a:prstGeom prst="roundRect">
            <a:avLst>
              <a:gd name="adj" fmla="val 19337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0" rIns="252000" rtlCol="0" anchor="ctr"/>
          <a:lstStyle/>
          <a:p>
            <a:r>
              <a:rPr lang="es-CL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Criterios de diseño      </a:t>
            </a:r>
            <a:r>
              <a:rPr lang="es-CL" sz="2000" noProof="0" dirty="0">
                <a:solidFill>
                  <a:srgbClr val="02C2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Navegación clara · Formularios · Mensajes de validación · Adaptación al dispositivo</a:t>
            </a:r>
            <a:endParaRPr lang="es-CL" sz="2400" noProof="0" dirty="0">
              <a:solidFill>
                <a:srgbClr val="02C2D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9" name="Gráfico 48" descr="Lights On con relleno sólido">
            <a:extLst>
              <a:ext uri="{FF2B5EF4-FFF2-40B4-BE49-F238E27FC236}">
                <a16:creationId xmlns:a16="http://schemas.microsoft.com/office/drawing/2014/main" id="{7116B2AB-C3CE-E9EE-6C78-525E9F216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351" y="7586668"/>
            <a:ext cx="576000" cy="576000"/>
          </a:xfrm>
          <a:prstGeom prst="rect">
            <a:avLst/>
          </a:prstGeom>
        </p:spPr>
      </p:pic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6871001-DC7D-1669-6137-E9235D062DAB}"/>
              </a:ext>
            </a:extLst>
          </p:cNvPr>
          <p:cNvCxnSpPr>
            <a:cxnSpLocks/>
          </p:cNvCxnSpPr>
          <p:nvPr/>
        </p:nvCxnSpPr>
        <p:spPr>
          <a:xfrm flipV="1">
            <a:off x="1725859" y="7665327"/>
            <a:ext cx="0" cy="418681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380ED6F3-2F6E-231A-7D41-760041434FFC}"/>
              </a:ext>
            </a:extLst>
          </p:cNvPr>
          <p:cNvCxnSpPr>
            <a:cxnSpLocks/>
          </p:cNvCxnSpPr>
          <p:nvPr/>
        </p:nvCxnSpPr>
        <p:spPr>
          <a:xfrm flipV="1">
            <a:off x="5133344" y="7708198"/>
            <a:ext cx="0" cy="418681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Gráfico 51" descr="Wrench contorno">
            <a:extLst>
              <a:ext uri="{FF2B5EF4-FFF2-40B4-BE49-F238E27FC236}">
                <a16:creationId xmlns:a16="http://schemas.microsoft.com/office/drawing/2014/main" id="{86A9B721-A8CC-AD32-A0DB-F61DB49990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32623" y="6204578"/>
            <a:ext cx="864000" cy="864000"/>
          </a:xfrm>
          <a:prstGeom prst="rect">
            <a:avLst/>
          </a:prstGeom>
        </p:spPr>
      </p:pic>
      <p:pic>
        <p:nvPicPr>
          <p:cNvPr id="53" name="Gráfico 52" descr="QR Code con relleno sólido">
            <a:extLst>
              <a:ext uri="{FF2B5EF4-FFF2-40B4-BE49-F238E27FC236}">
                <a16:creationId xmlns:a16="http://schemas.microsoft.com/office/drawing/2014/main" id="{D3024F49-5BD0-3D21-10F5-25DD56895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31128" y="4215272"/>
            <a:ext cx="721972" cy="721972"/>
          </a:xfrm>
          <a:prstGeom prst="rect">
            <a:avLst/>
          </a:prstGeom>
        </p:spPr>
      </p:pic>
      <p:sp>
        <p:nvSpPr>
          <p:cNvPr id="55" name="Rectángulo: esquinas superiores redondeadas 54">
            <a:extLst>
              <a:ext uri="{FF2B5EF4-FFF2-40B4-BE49-F238E27FC236}">
                <a16:creationId xmlns:a16="http://schemas.microsoft.com/office/drawing/2014/main" id="{F952F484-9840-151E-7EA9-FE75EAA0B0FF}"/>
              </a:ext>
            </a:extLst>
          </p:cNvPr>
          <p:cNvSpPr/>
          <p:nvPr/>
        </p:nvSpPr>
        <p:spPr>
          <a:xfrm rot="16200000">
            <a:off x="291669" y="7820583"/>
            <a:ext cx="778079" cy="17627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199CF"/>
              </a:gs>
              <a:gs pos="54000">
                <a:srgbClr val="01C1E5"/>
              </a:gs>
              <a:gs pos="100000">
                <a:srgbClr val="03CEEB"/>
              </a:gs>
            </a:gsLst>
            <a:lin ang="16200000" scaled="1"/>
            <a:tileRect/>
          </a:gradFill>
          <a:ln>
            <a:solidFill>
              <a:srgbClr val="04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1283660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32067174-22EE-DFDF-1776-227497BB5327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14BCCB6B-8FD6-D8D8-2A9F-B78211F63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61C4AD04-8F97-E397-4C89-E1EF54AD45D4}"/>
                </a:ext>
              </a:extLst>
            </p:cNvPr>
            <p:cNvGrpSpPr/>
            <p:nvPr/>
          </p:nvGrpSpPr>
          <p:grpSpPr>
            <a:xfrm>
              <a:off x="5522552" y="8343728"/>
              <a:ext cx="10076908" cy="394609"/>
              <a:chOff x="5522552" y="8343728"/>
              <a:chExt cx="10076908" cy="394609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C8D5A97-41FB-7AF1-A60D-9E7E5BAAFE31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0527CAE-B6EB-0E0E-9014-8973DBC5D105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25</a:t>
                </a:r>
              </a:p>
            </p:txBody>
          </p:sp>
        </p:grp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8C190C84-2392-02AB-0408-1B6C98B96148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5E2840E-819B-F1B2-DD82-0EFA698A5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82" y="815176"/>
            <a:ext cx="15327935" cy="709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63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0F151AEF-0C94-8EE8-38A8-238DCF6B0896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3254CC40-9B5F-DF07-3B42-3C093C53F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5925800" cy="8963025"/>
            </a:xfrm>
            <a:prstGeom prst="rect">
              <a:avLst/>
            </a:prstGeom>
          </p:spPr>
        </p:pic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3232D136-F769-2E03-B764-0FA20D3A6417}"/>
                </a:ext>
              </a:extLst>
            </p:cNvPr>
            <p:cNvGrpSpPr/>
            <p:nvPr/>
          </p:nvGrpSpPr>
          <p:grpSpPr>
            <a:xfrm>
              <a:off x="5522552" y="8343728"/>
              <a:ext cx="10076908" cy="394609"/>
              <a:chOff x="5522552" y="8343728"/>
              <a:chExt cx="10076908" cy="394609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6FF678C-712F-27B4-F13B-C17B8AF71D9A}"/>
                  </a:ext>
                </a:extLst>
              </p:cNvPr>
              <p:cNvSpPr txBox="1"/>
              <p:nvPr/>
            </p:nvSpPr>
            <p:spPr>
              <a:xfrm>
                <a:off x="5522552" y="8445949"/>
                <a:ext cx="488069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3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CAPSTONE · INGENIERÍA EN INFORMÁTICA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277C22E-DF0E-6568-EE07-05BDA1CAF5ED}"/>
                  </a:ext>
                </a:extLst>
              </p:cNvPr>
              <p:cNvSpPr txBox="1"/>
              <p:nvPr/>
            </p:nvSpPr>
            <p:spPr>
              <a:xfrm>
                <a:off x="15110224" y="8343728"/>
                <a:ext cx="4892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CL"/>
                </a:defPPr>
                <a:lvl1pPr>
                  <a:defRPr sz="1300" spc="30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s-CL" sz="1600" noProof="0" dirty="0"/>
                  <a:t>26</a:t>
                </a:r>
              </a:p>
            </p:txBody>
          </p:sp>
        </p:grp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19D7010-78F4-FBE4-1F2C-74977A780B49}"/>
                </a:ext>
              </a:extLst>
            </p:cNvPr>
            <p:cNvSpPr txBox="1"/>
            <p:nvPr/>
          </p:nvSpPr>
          <p:spPr>
            <a:xfrm>
              <a:off x="420624" y="8461338"/>
              <a:ext cx="2259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spc="300" noProof="0" dirty="0">
                  <a:solidFill>
                    <a:srgbClr val="B4D5F0"/>
                  </a:solidFill>
                  <a:latin typeface="Arial Nova" panose="020F0502020204030204" pitchFamily="34" charset="0"/>
                  <a:cs typeface="Arial" panose="020B0604020202020204" pitchFamily="34" charset="0"/>
                </a:rPr>
                <a:t>TI – ONE SOLUTION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8E40EC7-8BE1-D790-5070-A3D43E7A2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9" y="705136"/>
            <a:ext cx="15227082" cy="701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95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44C6CA3E-A0DF-C855-608E-06BD4FA3D765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BFD792EB-262D-EB7D-756B-05C6FE9D8D72}"/>
                </a:ext>
              </a:extLst>
            </p:cNvPr>
            <p:cNvGrpSpPr/>
            <p:nvPr/>
          </p:nvGrpSpPr>
          <p:grpSpPr>
            <a:xfrm>
              <a:off x="0" y="0"/>
              <a:ext cx="15925800" cy="8963025"/>
              <a:chOff x="0" y="0"/>
              <a:chExt cx="15925800" cy="8963025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DCCFA80D-0E1E-C0D4-74A5-1F4B179952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5925800" cy="8963025"/>
              </a:xfrm>
              <a:prstGeom prst="rect">
                <a:avLst/>
              </a:prstGeom>
            </p:spPr>
          </p:pic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E81B60AD-E1FF-FD81-97EF-E61A77C96F8E}"/>
                  </a:ext>
                </a:extLst>
              </p:cNvPr>
              <p:cNvGrpSpPr/>
              <p:nvPr/>
            </p:nvGrpSpPr>
            <p:grpSpPr>
              <a:xfrm>
                <a:off x="420624" y="128351"/>
                <a:ext cx="15178836" cy="8609986"/>
                <a:chOff x="420624" y="128351"/>
                <a:chExt cx="15178836" cy="8609986"/>
              </a:xfrm>
            </p:grpSpPr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018742B7-EF42-B18E-59EF-DF5BC4D0D3AE}"/>
                    </a:ext>
                  </a:extLst>
                </p:cNvPr>
                <p:cNvSpPr txBox="1"/>
                <p:nvPr/>
              </p:nvSpPr>
              <p:spPr>
                <a:xfrm>
                  <a:off x="744813" y="128351"/>
                  <a:ext cx="26480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GATI </a:t>
                  </a:r>
                  <a:r>
                    <a:rPr lang="es-CL" sz="2400" b="1" spc="300" noProof="0" dirty="0">
                      <a:solidFill>
                        <a:schemeClr val="bg1"/>
                      </a:solidFill>
                      <a:cs typeface="Arial" panose="020B0604020202020204" pitchFamily="34" charset="0"/>
                    </a:rPr>
                    <a:t>·</a:t>
                  </a:r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ENTREGA 2</a:t>
                  </a:r>
                </a:p>
              </p:txBody>
            </p:sp>
            <p:cxnSp>
              <p:nvCxnSpPr>
                <p:cNvPr id="9" name="Conector recto 8">
                  <a:extLst>
                    <a:ext uri="{FF2B5EF4-FFF2-40B4-BE49-F238E27FC236}">
                      <a16:creationId xmlns:a16="http://schemas.microsoft.com/office/drawing/2014/main" id="{5FF00D9C-85B9-6FE3-76F8-CFD22DDBC89F}"/>
                    </a:ext>
                  </a:extLst>
                </p:cNvPr>
                <p:cNvCxnSpPr/>
                <p:nvPr/>
              </p:nvCxnSpPr>
              <p:spPr>
                <a:xfrm>
                  <a:off x="420624" y="8221260"/>
                  <a:ext cx="15012000" cy="0"/>
                </a:xfrm>
                <a:prstGeom prst="line">
                  <a:avLst/>
                </a:prstGeom>
                <a:ln w="41275" cap="rnd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BF16D6CC-E78E-EABE-B221-06A8C6585D16}"/>
                    </a:ext>
                  </a:extLst>
                </p:cNvPr>
                <p:cNvSpPr txBox="1"/>
                <p:nvPr/>
              </p:nvSpPr>
              <p:spPr>
                <a:xfrm>
                  <a:off x="5522552" y="8445949"/>
                  <a:ext cx="4880695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300" spc="300" noProof="0" dirty="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rPr>
                    <a:t>CAPSTONE · INGENIERÍA EN INFORMÁTICA</a:t>
                  </a: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1CA4A00A-C24C-CB9F-02DF-63A59A6D6A0E}"/>
                    </a:ext>
                  </a:extLst>
                </p:cNvPr>
                <p:cNvSpPr txBox="1"/>
                <p:nvPr/>
              </p:nvSpPr>
              <p:spPr>
                <a:xfrm>
                  <a:off x="15110224" y="8343728"/>
                  <a:ext cx="4892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CL"/>
                  </a:defPPr>
                  <a:lvl1pPr>
                    <a:defRPr sz="1300" spc="30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s-CL" sz="1600" noProof="0" dirty="0"/>
                    <a:t>27</a:t>
                  </a:r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A9ED9D5-CB80-D7D4-24E2-0CB1EEEDAB65}"/>
                  </a:ext>
                </a:extLst>
              </p:cNvPr>
              <p:cNvSpPr txBox="1"/>
              <p:nvPr/>
            </p:nvSpPr>
            <p:spPr>
              <a:xfrm>
                <a:off x="420624" y="8461338"/>
                <a:ext cx="22599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2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TI – ONE SOLUTION</a:t>
                </a:r>
              </a:p>
            </p:txBody>
          </p:sp>
        </p:grp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26CE8362-1E7C-A60B-51C9-9EE2E6F23B91}"/>
                </a:ext>
              </a:extLst>
            </p:cNvPr>
            <p:cNvCxnSpPr>
              <a:cxnSpLocks/>
            </p:cNvCxnSpPr>
            <p:nvPr/>
          </p:nvCxnSpPr>
          <p:spPr>
            <a:xfrm>
              <a:off x="664154" y="1431025"/>
              <a:ext cx="1147446" cy="0"/>
            </a:xfrm>
            <a:prstGeom prst="line">
              <a:avLst/>
            </a:prstGeom>
            <a:ln w="76200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D51FECE-5617-CDA5-5AF3-14D5CC3246E8}"/>
              </a:ext>
            </a:extLst>
          </p:cNvPr>
          <p:cNvSpPr txBox="1"/>
          <p:nvPr/>
        </p:nvSpPr>
        <p:spPr>
          <a:xfrm>
            <a:off x="533156" y="521305"/>
            <a:ext cx="145749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80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Desarrollo: Repositorio y código</a:t>
            </a:r>
          </a:p>
        </p:txBody>
      </p:sp>
      <p:sp>
        <p:nvSpPr>
          <p:cNvPr id="13" name="Diseño e Inicio del Desarrollo">
            <a:extLst>
              <a:ext uri="{FF2B5EF4-FFF2-40B4-BE49-F238E27FC236}">
                <a16:creationId xmlns:a16="http://schemas.microsoft.com/office/drawing/2014/main" id="{92CDB28B-EDF0-52A5-23CB-A25D0F1DF2DA}"/>
              </a:ext>
            </a:extLst>
          </p:cNvPr>
          <p:cNvSpPr>
            <a:spLocks noGrp="1"/>
          </p:cNvSpPr>
          <p:nvPr/>
        </p:nvSpPr>
        <p:spPr>
          <a:xfrm>
            <a:off x="533156" y="1543378"/>
            <a:ext cx="12473567" cy="546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800" b="1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Repositorio GitHub y código fuente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7C6DA38-A9D1-A60B-339C-08A3AB007EDB}"/>
              </a:ext>
            </a:extLst>
          </p:cNvPr>
          <p:cNvSpPr/>
          <p:nvPr/>
        </p:nvSpPr>
        <p:spPr>
          <a:xfrm>
            <a:off x="582173" y="2282947"/>
            <a:ext cx="7380727" cy="4602003"/>
          </a:xfrm>
          <a:prstGeom prst="roundRect">
            <a:avLst>
              <a:gd name="adj" fmla="val 2779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0" rIns="252000" rtlCol="0" anchor="ctr"/>
          <a:lstStyle/>
          <a:p>
            <a:endParaRPr lang="es-CL" sz="2400" noProof="0" dirty="0">
              <a:solidFill>
                <a:srgbClr val="02C2D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7A64B25-B5B5-009A-B6BF-D805D24E4200}"/>
              </a:ext>
            </a:extLst>
          </p:cNvPr>
          <p:cNvSpPr/>
          <p:nvPr/>
        </p:nvSpPr>
        <p:spPr>
          <a:xfrm>
            <a:off x="8233161" y="2259546"/>
            <a:ext cx="7110466" cy="4602003"/>
          </a:xfrm>
          <a:prstGeom prst="roundRect">
            <a:avLst>
              <a:gd name="adj" fmla="val 2779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0" rIns="252000" rtlCol="0" anchor="ctr"/>
          <a:lstStyle/>
          <a:p>
            <a:endParaRPr lang="es-CL" sz="2400" noProof="0" dirty="0">
              <a:solidFill>
                <a:srgbClr val="02C2D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DCADD51-9CDE-82AB-60BC-34201077F1CF}"/>
              </a:ext>
            </a:extLst>
          </p:cNvPr>
          <p:cNvSpPr/>
          <p:nvPr/>
        </p:nvSpPr>
        <p:spPr>
          <a:xfrm>
            <a:off x="582173" y="7059733"/>
            <a:ext cx="14761454" cy="778078"/>
          </a:xfrm>
          <a:prstGeom prst="roundRect">
            <a:avLst>
              <a:gd name="adj" fmla="val 19337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0" rIns="252000" rtlCol="0" anchor="ctr"/>
          <a:lstStyle/>
          <a:p>
            <a:r>
              <a:rPr lang="es-CL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  Evidencia complementaria      </a:t>
            </a:r>
            <a:r>
              <a:rPr lang="es-CL" sz="2400" b="1" noProof="0" dirty="0">
                <a:solidFill>
                  <a:srgbClr val="02C2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https://github.com/Ruben14f/PTY4614_011_EQUIPO_7</a:t>
            </a:r>
            <a:endParaRPr lang="es-CL" sz="2400" noProof="0" dirty="0">
              <a:solidFill>
                <a:srgbClr val="02C2D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áfico 16" descr="Document contorno">
            <a:extLst>
              <a:ext uri="{FF2B5EF4-FFF2-40B4-BE49-F238E27FC236}">
                <a16:creationId xmlns:a16="http://schemas.microsoft.com/office/drawing/2014/main" id="{CAFAB4CF-87A7-B13B-084E-3D15D3F1B2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934" y="7100665"/>
            <a:ext cx="746593" cy="696213"/>
          </a:xfrm>
          <a:prstGeom prst="rect">
            <a:avLst/>
          </a:prstGeo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87F4AB2-E219-9C61-2DD5-C1152AE58E84}"/>
              </a:ext>
            </a:extLst>
          </p:cNvPr>
          <p:cNvCxnSpPr>
            <a:cxnSpLocks/>
          </p:cNvCxnSpPr>
          <p:nvPr/>
        </p:nvCxnSpPr>
        <p:spPr>
          <a:xfrm flipV="1">
            <a:off x="1993911" y="7184187"/>
            <a:ext cx="0" cy="529167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n 18">
            <a:extLst>
              <a:ext uri="{FF2B5EF4-FFF2-40B4-BE49-F238E27FC236}">
                <a16:creationId xmlns:a16="http://schemas.microsoft.com/office/drawing/2014/main" id="{CAA8A46F-4C74-352C-708F-5632418D6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593" y="2379862"/>
            <a:ext cx="6868764" cy="4399128"/>
          </a:xfrm>
          <a:prstGeom prst="roundRect">
            <a:avLst>
              <a:gd name="adj" fmla="val 1731"/>
            </a:avLst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467A47A-1F8D-42C5-2CB4-D6B32E0FF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56" y="2379862"/>
            <a:ext cx="3102549" cy="4439794"/>
          </a:xfrm>
          <a:prstGeom prst="roundRect">
            <a:avLst>
              <a:gd name="adj" fmla="val 3523"/>
            </a:avLst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B07153A-5BD7-CDB6-F97D-61E59F68C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2814" y="2379862"/>
            <a:ext cx="3600174" cy="4455183"/>
          </a:xfrm>
          <a:prstGeom prst="roundRect">
            <a:avLst>
              <a:gd name="adj" fmla="val 1659"/>
            </a:avLst>
          </a:prstGeom>
        </p:spPr>
      </p:pic>
      <p:sp>
        <p:nvSpPr>
          <p:cNvPr id="23" name="Rectángulo: esquinas superiores redondeadas 22">
            <a:extLst>
              <a:ext uri="{FF2B5EF4-FFF2-40B4-BE49-F238E27FC236}">
                <a16:creationId xmlns:a16="http://schemas.microsoft.com/office/drawing/2014/main" id="{16BD3E21-58A6-2C7A-2BD9-F50812BCC0A8}"/>
              </a:ext>
            </a:extLst>
          </p:cNvPr>
          <p:cNvSpPr/>
          <p:nvPr/>
        </p:nvSpPr>
        <p:spPr>
          <a:xfrm rot="16200000">
            <a:off x="267637" y="7360631"/>
            <a:ext cx="778076" cy="176279"/>
          </a:xfrm>
          <a:prstGeom prst="round2SameRect">
            <a:avLst>
              <a:gd name="adj1" fmla="val 48919"/>
              <a:gd name="adj2" fmla="val 0"/>
            </a:avLst>
          </a:prstGeom>
          <a:gradFill flip="none" rotWithShape="1">
            <a:gsLst>
              <a:gs pos="0">
                <a:srgbClr val="0199CF"/>
              </a:gs>
              <a:gs pos="54000">
                <a:srgbClr val="01C1E5"/>
              </a:gs>
              <a:gs pos="100000">
                <a:srgbClr val="03CEEB"/>
              </a:gs>
            </a:gsLst>
            <a:lin ang="16200000" scaled="1"/>
            <a:tileRect/>
          </a:gradFill>
          <a:ln>
            <a:solidFill>
              <a:srgbClr val="04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40129376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13753535-8113-B17A-DE01-18BDC73DD37A}"/>
              </a:ext>
            </a:extLst>
          </p:cNvPr>
          <p:cNvGrpSpPr/>
          <p:nvPr/>
        </p:nvGrpSpPr>
        <p:grpSpPr>
          <a:xfrm>
            <a:off x="0" y="0"/>
            <a:ext cx="15925800" cy="8963025"/>
            <a:chOff x="0" y="0"/>
            <a:chExt cx="15925800" cy="8963025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03FAB3D2-3CAC-653E-EC12-8CB4646A551F}"/>
                </a:ext>
              </a:extLst>
            </p:cNvPr>
            <p:cNvGrpSpPr/>
            <p:nvPr/>
          </p:nvGrpSpPr>
          <p:grpSpPr>
            <a:xfrm>
              <a:off x="0" y="0"/>
              <a:ext cx="15925800" cy="8963025"/>
              <a:chOff x="0" y="0"/>
              <a:chExt cx="15925800" cy="8963025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CC68B63B-BB62-E6E0-0B8C-C4595BF1D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5925800" cy="8963025"/>
              </a:xfrm>
              <a:prstGeom prst="rect">
                <a:avLst/>
              </a:prstGeom>
            </p:spPr>
          </p:pic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FA2B9410-A5F0-781A-49FC-5FBD3C696742}"/>
                  </a:ext>
                </a:extLst>
              </p:cNvPr>
              <p:cNvGrpSpPr/>
              <p:nvPr/>
            </p:nvGrpSpPr>
            <p:grpSpPr>
              <a:xfrm>
                <a:off x="420624" y="128351"/>
                <a:ext cx="15178836" cy="8609986"/>
                <a:chOff x="420624" y="128351"/>
                <a:chExt cx="15178836" cy="8609986"/>
              </a:xfrm>
            </p:grpSpPr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AEC332C4-1179-2259-3D3D-13CE2884FC6E}"/>
                    </a:ext>
                  </a:extLst>
                </p:cNvPr>
                <p:cNvSpPr txBox="1"/>
                <p:nvPr/>
              </p:nvSpPr>
              <p:spPr>
                <a:xfrm>
                  <a:off x="744813" y="128351"/>
                  <a:ext cx="26480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GATI </a:t>
                  </a:r>
                  <a:r>
                    <a:rPr lang="es-CL" sz="2400" b="1" spc="300" noProof="0" dirty="0">
                      <a:solidFill>
                        <a:schemeClr val="bg1"/>
                      </a:solidFill>
                      <a:cs typeface="Arial" panose="020B0604020202020204" pitchFamily="34" charset="0"/>
                    </a:rPr>
                    <a:t>·</a:t>
                  </a:r>
                  <a:r>
                    <a:rPr lang="es-CL" sz="1600" b="1" spc="300" noProof="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ENTREGA 2</a:t>
                  </a:r>
                </a:p>
              </p:txBody>
            </p:sp>
            <p:cxnSp>
              <p:nvCxnSpPr>
                <p:cNvPr id="9" name="Conector recto 8">
                  <a:extLst>
                    <a:ext uri="{FF2B5EF4-FFF2-40B4-BE49-F238E27FC236}">
                      <a16:creationId xmlns:a16="http://schemas.microsoft.com/office/drawing/2014/main" id="{AA056776-D9CA-E697-4EB0-1C93A90C1321}"/>
                    </a:ext>
                  </a:extLst>
                </p:cNvPr>
                <p:cNvCxnSpPr/>
                <p:nvPr/>
              </p:nvCxnSpPr>
              <p:spPr>
                <a:xfrm>
                  <a:off x="420624" y="8221260"/>
                  <a:ext cx="15012000" cy="0"/>
                </a:xfrm>
                <a:prstGeom prst="line">
                  <a:avLst/>
                </a:prstGeom>
                <a:ln w="41275" cap="rnd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C935C4EF-0EC9-9BCE-10C4-CDF03E16A871}"/>
                    </a:ext>
                  </a:extLst>
                </p:cNvPr>
                <p:cNvSpPr txBox="1"/>
                <p:nvPr/>
              </p:nvSpPr>
              <p:spPr>
                <a:xfrm>
                  <a:off x="5522552" y="8445949"/>
                  <a:ext cx="4880695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L" sz="1300" spc="300" noProof="0" dirty="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rPr>
                    <a:t>CAPSTONE · INGENIERÍA EN INFORMÁTICA</a:t>
                  </a: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2C20D6E6-0F67-99AE-8048-CCD6557A9B08}"/>
                    </a:ext>
                  </a:extLst>
                </p:cNvPr>
                <p:cNvSpPr txBox="1"/>
                <p:nvPr/>
              </p:nvSpPr>
              <p:spPr>
                <a:xfrm>
                  <a:off x="15110224" y="8343728"/>
                  <a:ext cx="4892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CL"/>
                  </a:defPPr>
                  <a:lvl1pPr>
                    <a:defRPr sz="1300" spc="300">
                      <a:solidFill>
                        <a:srgbClr val="B4D5F0"/>
                      </a:solidFill>
                      <a:latin typeface="Arial Nova" panose="020F050202020403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s-CL" sz="1600" noProof="0" dirty="0"/>
                    <a:t>28</a:t>
                  </a:r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7E8FA05-AF25-5974-002F-89C9FEB2C6A9}"/>
                  </a:ext>
                </a:extLst>
              </p:cNvPr>
              <p:cNvSpPr txBox="1"/>
              <p:nvPr/>
            </p:nvSpPr>
            <p:spPr>
              <a:xfrm>
                <a:off x="420624" y="8461338"/>
                <a:ext cx="22599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1200" spc="300" noProof="0" dirty="0">
                    <a:solidFill>
                      <a:srgbClr val="B4D5F0"/>
                    </a:solidFill>
                    <a:latin typeface="Arial Nova" panose="020F0502020204030204" pitchFamily="34" charset="0"/>
                    <a:cs typeface="Arial" panose="020B0604020202020204" pitchFamily="34" charset="0"/>
                  </a:rPr>
                  <a:t>TI – ONE SOLUTION</a:t>
                </a:r>
              </a:p>
            </p:txBody>
          </p:sp>
        </p:grp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D181FA7F-57DD-E7C0-7517-8A1310BFA8D3}"/>
                </a:ext>
              </a:extLst>
            </p:cNvPr>
            <p:cNvCxnSpPr>
              <a:cxnSpLocks/>
            </p:cNvCxnSpPr>
            <p:nvPr/>
          </p:nvCxnSpPr>
          <p:spPr>
            <a:xfrm>
              <a:off x="1022984" y="1333500"/>
              <a:ext cx="1147446" cy="0"/>
            </a:xfrm>
            <a:prstGeom prst="line">
              <a:avLst/>
            </a:prstGeom>
            <a:ln w="76200" cap="rnd">
              <a:solidFill>
                <a:srgbClr val="02C2DE"/>
              </a:solidFill>
            </a:ln>
            <a:effectLst>
              <a:glow rad="139700">
                <a:schemeClr val="tx2">
                  <a:lumMod val="50000"/>
                  <a:lumOff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830307-D6BB-F6FD-4EC2-56AA47CEB336}"/>
              </a:ext>
            </a:extLst>
          </p:cNvPr>
          <p:cNvSpPr txBox="1"/>
          <p:nvPr/>
        </p:nvSpPr>
        <p:spPr>
          <a:xfrm>
            <a:off x="809359" y="501333"/>
            <a:ext cx="123603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000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Conclusiones y próximos pasos</a:t>
            </a:r>
          </a:p>
        </p:txBody>
      </p:sp>
      <p:sp>
        <p:nvSpPr>
          <p:cNvPr id="13" name="Diseño e Inicio del Desarrollo">
            <a:extLst>
              <a:ext uri="{FF2B5EF4-FFF2-40B4-BE49-F238E27FC236}">
                <a16:creationId xmlns:a16="http://schemas.microsoft.com/office/drawing/2014/main" id="{C0299964-D2D2-C753-16A5-DC5D223B9D88}"/>
              </a:ext>
            </a:extLst>
          </p:cNvPr>
          <p:cNvSpPr>
            <a:spLocks noGrp="1"/>
          </p:cNvSpPr>
          <p:nvPr/>
        </p:nvSpPr>
        <p:spPr>
          <a:xfrm>
            <a:off x="825166" y="1664814"/>
            <a:ext cx="12473567" cy="546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8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diseño de la solución a su validación funcional</a:t>
            </a:r>
          </a:p>
        </p:txBody>
      </p:sp>
      <p:pic>
        <p:nvPicPr>
          <p:cNvPr id="14" name="Gráfico 13" descr="Lights On con relleno sólido">
            <a:extLst>
              <a:ext uri="{FF2B5EF4-FFF2-40B4-BE49-F238E27FC236}">
                <a16:creationId xmlns:a16="http://schemas.microsoft.com/office/drawing/2014/main" id="{8AF19125-1844-9298-95BB-D0A460ECC9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900" y="2501095"/>
            <a:ext cx="848360" cy="84028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5698354-C6BF-995A-0E30-D49DF864F811}"/>
              </a:ext>
            </a:extLst>
          </p:cNvPr>
          <p:cNvSpPr txBox="1"/>
          <p:nvPr/>
        </p:nvSpPr>
        <p:spPr>
          <a:xfrm>
            <a:off x="1278322" y="2624789"/>
            <a:ext cx="55098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 de la entrega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39AA434-08C3-B9CE-3215-E4A6BDF59DC2}"/>
              </a:ext>
            </a:extLst>
          </p:cNvPr>
          <p:cNvSpPr txBox="1"/>
          <p:nvPr/>
        </p:nvSpPr>
        <p:spPr>
          <a:xfrm>
            <a:off x="1278322" y="3365449"/>
            <a:ext cx="36567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Necesidad organizacional</a:t>
            </a:r>
          </a:p>
        </p:txBody>
      </p:sp>
      <p:sp>
        <p:nvSpPr>
          <p:cNvPr id="17" name="Diseño e Inicio del Desarrollo">
            <a:extLst>
              <a:ext uri="{FF2B5EF4-FFF2-40B4-BE49-F238E27FC236}">
                <a16:creationId xmlns:a16="http://schemas.microsoft.com/office/drawing/2014/main" id="{DD5ADE88-2A00-EAE8-65C5-0C8A592441D2}"/>
              </a:ext>
            </a:extLst>
          </p:cNvPr>
          <p:cNvSpPr>
            <a:spLocks noGrp="1"/>
          </p:cNvSpPr>
          <p:nvPr/>
        </p:nvSpPr>
        <p:spPr>
          <a:xfrm>
            <a:off x="1278322" y="3747415"/>
            <a:ext cx="6287659" cy="784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GATI aborda la dispersión de información sobre activos y responsabilidades.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6619C3F-20B2-F181-704E-DDDC9FEE87B8}"/>
              </a:ext>
            </a:extLst>
          </p:cNvPr>
          <p:cNvSpPr txBox="1"/>
          <p:nvPr/>
        </p:nvSpPr>
        <p:spPr>
          <a:xfrm>
            <a:off x="1278322" y="4698038"/>
            <a:ext cx="49455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como base de construcción</a:t>
            </a:r>
          </a:p>
        </p:txBody>
      </p:sp>
      <p:sp>
        <p:nvSpPr>
          <p:cNvPr id="19" name="Diseño e Inicio del Desarrollo">
            <a:extLst>
              <a:ext uri="{FF2B5EF4-FFF2-40B4-BE49-F238E27FC236}">
                <a16:creationId xmlns:a16="http://schemas.microsoft.com/office/drawing/2014/main" id="{15436AB2-51A1-56EB-BA28-E3CCD2AB965A}"/>
              </a:ext>
            </a:extLst>
          </p:cNvPr>
          <p:cNvSpPr>
            <a:spLocks noGrp="1"/>
          </p:cNvSpPr>
          <p:nvPr/>
        </p:nvSpPr>
        <p:spPr>
          <a:xfrm>
            <a:off x="1278322" y="5080004"/>
            <a:ext cx="6287659" cy="784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visitas 4+1 permiten explicar estructura, comportamiento y despliegue.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61BFC91-045A-AF46-4C77-A698D388AE34}"/>
              </a:ext>
            </a:extLst>
          </p:cNvPr>
          <p:cNvSpPr txBox="1"/>
          <p:nvPr/>
        </p:nvSpPr>
        <p:spPr>
          <a:xfrm>
            <a:off x="1318466" y="5976550"/>
            <a:ext cx="28552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 del desarrollo</a:t>
            </a:r>
          </a:p>
        </p:txBody>
      </p:sp>
      <p:sp>
        <p:nvSpPr>
          <p:cNvPr id="21" name="Diseño e Inicio del Desarrollo">
            <a:extLst>
              <a:ext uri="{FF2B5EF4-FFF2-40B4-BE49-F238E27FC236}">
                <a16:creationId xmlns:a16="http://schemas.microsoft.com/office/drawing/2014/main" id="{19CCA43A-C25A-1C8B-69FC-2184A09AC67E}"/>
              </a:ext>
            </a:extLst>
          </p:cNvPr>
          <p:cNvSpPr>
            <a:spLocks noGrp="1"/>
          </p:cNvSpPr>
          <p:nvPr/>
        </p:nvSpPr>
        <p:spPr>
          <a:xfrm>
            <a:off x="1318467" y="6358516"/>
            <a:ext cx="5895246" cy="784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repositorio registra cambios en inventario, recepción y gestión de activos.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070E281-589F-A8E3-57B5-67BB395F8D83}"/>
              </a:ext>
            </a:extLst>
          </p:cNvPr>
          <p:cNvSpPr/>
          <p:nvPr/>
        </p:nvSpPr>
        <p:spPr>
          <a:xfrm>
            <a:off x="423050" y="7367307"/>
            <a:ext cx="14894310" cy="695192"/>
          </a:xfrm>
          <a:prstGeom prst="roundRect">
            <a:avLst>
              <a:gd name="adj" fmla="val 19337"/>
            </a:avLst>
          </a:prstGeom>
          <a:gradFill flip="none" rotWithShape="1">
            <a:gsLst>
              <a:gs pos="0">
                <a:srgbClr val="063362"/>
              </a:gs>
              <a:gs pos="74000">
                <a:srgbClr val="031B3C"/>
              </a:gs>
              <a:gs pos="89000">
                <a:srgbClr val="021733"/>
              </a:gs>
              <a:gs pos="100000">
                <a:srgbClr val="053166"/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04F4F6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000" rIns="252000" rtlCol="0" anchor="ctr"/>
          <a:lstStyle/>
          <a:p>
            <a:r>
              <a:rPr lang="es-CL" sz="2400" b="1" noProof="0" dirty="0">
                <a:solidFill>
                  <a:srgbClr val="02C2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base para gestionar los activos con mayor control, trazabilidad e información disponible.</a:t>
            </a:r>
            <a:endParaRPr lang="es-CL" sz="2400" noProof="0" dirty="0">
              <a:solidFill>
                <a:srgbClr val="02C2D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20D88FF1-9CE2-B2B6-F3BD-5E6CF998B281}"/>
              </a:ext>
            </a:extLst>
          </p:cNvPr>
          <p:cNvCxnSpPr>
            <a:cxnSpLocks/>
          </p:cNvCxnSpPr>
          <p:nvPr/>
        </p:nvCxnSpPr>
        <p:spPr>
          <a:xfrm flipV="1">
            <a:off x="811785" y="7521647"/>
            <a:ext cx="0" cy="418681"/>
          </a:xfrm>
          <a:prstGeom prst="line">
            <a:avLst/>
          </a:prstGeom>
          <a:ln w="3492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22AB3EB-DBD5-59A6-FD65-1359B6B376A5}"/>
              </a:ext>
            </a:extLst>
          </p:cNvPr>
          <p:cNvSpPr txBox="1"/>
          <p:nvPr/>
        </p:nvSpPr>
        <p:spPr>
          <a:xfrm>
            <a:off x="9172642" y="2624788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Próximos pasos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7C71FBC-EA8E-539B-2DB7-451CB5438C5F}"/>
              </a:ext>
            </a:extLst>
          </p:cNvPr>
          <p:cNvSpPr txBox="1"/>
          <p:nvPr/>
        </p:nvSpPr>
        <p:spPr>
          <a:xfrm>
            <a:off x="9311801" y="6425468"/>
            <a:ext cx="48638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Preparar el despliegue y la entrega</a:t>
            </a:r>
          </a:p>
        </p:txBody>
      </p:sp>
      <p:sp>
        <p:nvSpPr>
          <p:cNvPr id="26" name="Diseño e Inicio del Desarrollo">
            <a:extLst>
              <a:ext uri="{FF2B5EF4-FFF2-40B4-BE49-F238E27FC236}">
                <a16:creationId xmlns:a16="http://schemas.microsoft.com/office/drawing/2014/main" id="{A215246D-4B08-89E4-8284-7622844D66B6}"/>
              </a:ext>
            </a:extLst>
          </p:cNvPr>
          <p:cNvSpPr>
            <a:spLocks noGrp="1"/>
          </p:cNvSpPr>
          <p:nvPr/>
        </p:nvSpPr>
        <p:spPr>
          <a:xfrm>
            <a:off x="9579296" y="6791820"/>
            <a:ext cx="6287659" cy="784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el entorno y completar la documentación.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5556256-8867-CE94-C83D-9A72AFC725CD}"/>
              </a:ext>
            </a:extLst>
          </p:cNvPr>
          <p:cNvSpPr txBox="1"/>
          <p:nvPr/>
        </p:nvSpPr>
        <p:spPr>
          <a:xfrm>
            <a:off x="9311801" y="3462968"/>
            <a:ext cx="50545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Completar y ajustar funcionalidades</a:t>
            </a:r>
          </a:p>
        </p:txBody>
      </p:sp>
      <p:sp>
        <p:nvSpPr>
          <p:cNvPr id="28" name="Diseño e Inicio del Desarrollo">
            <a:extLst>
              <a:ext uri="{FF2B5EF4-FFF2-40B4-BE49-F238E27FC236}">
                <a16:creationId xmlns:a16="http://schemas.microsoft.com/office/drawing/2014/main" id="{002D47D3-68F3-B764-2FAF-65D6261BA0D7}"/>
              </a:ext>
            </a:extLst>
          </p:cNvPr>
          <p:cNvSpPr>
            <a:spLocks noGrp="1"/>
          </p:cNvSpPr>
          <p:nvPr/>
        </p:nvSpPr>
        <p:spPr>
          <a:xfrm>
            <a:off x="9311801" y="3844934"/>
            <a:ext cx="6287659" cy="784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Priorizar según requisitos y resultados de revisión.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536E2DD-70C4-67A2-F4BA-B6B6B4DA83FB}"/>
              </a:ext>
            </a:extLst>
          </p:cNvPr>
          <p:cNvSpPr txBox="1"/>
          <p:nvPr/>
        </p:nvSpPr>
        <p:spPr>
          <a:xfrm>
            <a:off x="9311801" y="4419609"/>
            <a:ext cx="24769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Ejecutar pruebas</a:t>
            </a:r>
          </a:p>
        </p:txBody>
      </p:sp>
      <p:sp>
        <p:nvSpPr>
          <p:cNvPr id="30" name="Diseño e Inicio del Desarrollo">
            <a:extLst>
              <a:ext uri="{FF2B5EF4-FFF2-40B4-BE49-F238E27FC236}">
                <a16:creationId xmlns:a16="http://schemas.microsoft.com/office/drawing/2014/main" id="{4A7AAB1E-704C-DC68-C3E3-62DB7DF1651E}"/>
              </a:ext>
            </a:extLst>
          </p:cNvPr>
          <p:cNvSpPr>
            <a:spLocks noGrp="1"/>
          </p:cNvSpPr>
          <p:nvPr/>
        </p:nvSpPr>
        <p:spPr>
          <a:xfrm>
            <a:off x="9311801" y="4801575"/>
            <a:ext cx="6287659" cy="784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Validar flujos, permisos y consistencia de datos.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6885094-0702-9BB7-ED34-C7EB0B701366}"/>
              </a:ext>
            </a:extLst>
          </p:cNvPr>
          <p:cNvSpPr txBox="1"/>
          <p:nvPr/>
        </p:nvSpPr>
        <p:spPr>
          <a:xfrm>
            <a:off x="9311801" y="5398078"/>
            <a:ext cx="37032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Consolidar la trazabilidad</a:t>
            </a:r>
          </a:p>
        </p:txBody>
      </p:sp>
      <p:sp>
        <p:nvSpPr>
          <p:cNvPr id="32" name="Diseño e Inicio del Desarrollo">
            <a:extLst>
              <a:ext uri="{FF2B5EF4-FFF2-40B4-BE49-F238E27FC236}">
                <a16:creationId xmlns:a16="http://schemas.microsoft.com/office/drawing/2014/main" id="{3A7B63E0-FBBB-5D72-A27A-A8EE626B8DE4}"/>
              </a:ext>
            </a:extLst>
          </p:cNvPr>
          <p:cNvSpPr>
            <a:spLocks noGrp="1"/>
          </p:cNvSpPr>
          <p:nvPr/>
        </p:nvSpPr>
        <p:spPr>
          <a:xfrm>
            <a:off x="9311800" y="5840532"/>
            <a:ext cx="6287659" cy="784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B4D5F0"/>
                </a:solidFill>
              </a:defRPr>
            </a:defPPr>
            <a:lvl1pPr>
              <a:defRPr sz="2175" b="0">
                <a:solidFill>
                  <a:srgbClr val="B4D5F0"/>
                </a:solidFill>
              </a:defRPr>
            </a:lvl1pPr>
            <a:lvl2pPr>
              <a:defRPr sz="2175" b="0">
                <a:solidFill>
                  <a:srgbClr val="B4D5F0"/>
                </a:solidFill>
              </a:defRPr>
            </a:lvl2pPr>
            <a:lvl3pPr>
              <a:defRPr sz="2175" b="0">
                <a:solidFill>
                  <a:srgbClr val="B4D5F0"/>
                </a:solidFill>
              </a:defRPr>
            </a:lvl3pPr>
            <a:lvl4pPr>
              <a:defRPr sz="2175" b="0">
                <a:solidFill>
                  <a:srgbClr val="B4D5F0"/>
                </a:solidFill>
              </a:defRPr>
            </a:lvl4pPr>
            <a:lvl5pPr>
              <a:defRPr sz="2175" b="0">
                <a:solidFill>
                  <a:srgbClr val="B4D5F0"/>
                </a:solidFill>
              </a:defRPr>
            </a:lvl5pPr>
            <a:lvl6pPr>
              <a:defRPr sz="2175" b="0">
                <a:solidFill>
                  <a:srgbClr val="B4D5F0"/>
                </a:solidFill>
              </a:defRPr>
            </a:lvl6pPr>
            <a:lvl7pPr>
              <a:defRPr sz="2175" b="0">
                <a:solidFill>
                  <a:srgbClr val="B4D5F0"/>
                </a:solidFill>
              </a:defRPr>
            </a:lvl7pPr>
            <a:lvl8pPr>
              <a:defRPr sz="2175" b="0">
                <a:solidFill>
                  <a:srgbClr val="B4D5F0"/>
                </a:solidFill>
              </a:defRPr>
            </a:lvl8pPr>
            <a:lvl9pPr>
              <a:defRPr sz="2175" b="0">
                <a:solidFill>
                  <a:srgbClr val="B4D5F0"/>
                </a:solidFill>
              </a:defRPr>
            </a:lvl9pPr>
          </a:lstStyle>
          <a:p>
            <a:pPr>
              <a:defRPr sz="2175" b="0">
                <a:solidFill>
                  <a:srgbClr val="B4D5F0"/>
                </a:solidFill>
              </a:defRPr>
            </a:pPr>
            <a:r>
              <a:rPr lang="es-CL" sz="2000" noProof="0" dirty="0">
                <a:solidFill>
                  <a:srgbClr val="7EBC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Relacionar requisitos, diseño y evidencias de prueba.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64D48AE-7E95-6809-B5D4-7261E2EB6D45}"/>
              </a:ext>
            </a:extLst>
          </p:cNvPr>
          <p:cNvSpPr txBox="1"/>
          <p:nvPr/>
        </p:nvSpPr>
        <p:spPr>
          <a:xfrm>
            <a:off x="8205369" y="3431579"/>
            <a:ext cx="755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noProof="0" dirty="0">
                <a:solidFill>
                  <a:srgbClr val="39F0FF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39F7E9C-1692-70A3-C1D4-064778A0880C}"/>
              </a:ext>
            </a:extLst>
          </p:cNvPr>
          <p:cNvSpPr txBox="1"/>
          <p:nvPr/>
        </p:nvSpPr>
        <p:spPr>
          <a:xfrm>
            <a:off x="8205369" y="4388718"/>
            <a:ext cx="7489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noProof="0" dirty="0">
                <a:solidFill>
                  <a:srgbClr val="39F0FF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2FB8099-A3C0-1363-0EDE-F169D607B7DB}"/>
              </a:ext>
            </a:extLst>
          </p:cNvPr>
          <p:cNvSpPr txBox="1"/>
          <p:nvPr/>
        </p:nvSpPr>
        <p:spPr>
          <a:xfrm>
            <a:off x="8205368" y="5345857"/>
            <a:ext cx="7489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noProof="0" dirty="0">
                <a:solidFill>
                  <a:srgbClr val="39F0FF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4302802-7F50-D0D1-20C6-5B2EE64D4C33}"/>
              </a:ext>
            </a:extLst>
          </p:cNvPr>
          <p:cNvSpPr txBox="1"/>
          <p:nvPr/>
        </p:nvSpPr>
        <p:spPr>
          <a:xfrm>
            <a:off x="8211781" y="6293463"/>
            <a:ext cx="7489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noProof="0" dirty="0">
                <a:solidFill>
                  <a:srgbClr val="39F0FF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04</a:t>
            </a:r>
          </a:p>
        </p:txBody>
      </p:sp>
      <p:pic>
        <p:nvPicPr>
          <p:cNvPr id="37" name="Gráfico 36" descr="Bullseye con relleno sólido">
            <a:extLst>
              <a:ext uri="{FF2B5EF4-FFF2-40B4-BE49-F238E27FC236}">
                <a16:creationId xmlns:a16="http://schemas.microsoft.com/office/drawing/2014/main" id="{E7BB3655-FD39-B042-353B-0A15E48429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9042" y="2451049"/>
            <a:ext cx="914400" cy="914400"/>
          </a:xfrm>
          <a:prstGeom prst="rect">
            <a:avLst/>
          </a:prstGeom>
        </p:spPr>
      </p:pic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3580116-4318-B7E4-6219-0ACA64053A9F}"/>
              </a:ext>
            </a:extLst>
          </p:cNvPr>
          <p:cNvCxnSpPr>
            <a:cxnSpLocks/>
          </p:cNvCxnSpPr>
          <p:nvPr/>
        </p:nvCxnSpPr>
        <p:spPr>
          <a:xfrm flipV="1">
            <a:off x="7636560" y="2504033"/>
            <a:ext cx="0" cy="4613361"/>
          </a:xfrm>
          <a:prstGeom prst="line">
            <a:avLst/>
          </a:prstGeom>
          <a:ln w="28575" cap="rnd">
            <a:solidFill>
              <a:srgbClr val="02C2DE"/>
            </a:solidFill>
          </a:ln>
          <a:effectLst>
            <a:glow rad="139700">
              <a:schemeClr val="tx2">
                <a:lumMod val="50000"/>
                <a:lumOff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: esquinas superiores redondeadas 39">
            <a:extLst>
              <a:ext uri="{FF2B5EF4-FFF2-40B4-BE49-F238E27FC236}">
                <a16:creationId xmlns:a16="http://schemas.microsoft.com/office/drawing/2014/main" id="{3402D40B-CBBB-DE72-C26C-FC33EAF52D3E}"/>
              </a:ext>
            </a:extLst>
          </p:cNvPr>
          <p:cNvSpPr/>
          <p:nvPr/>
        </p:nvSpPr>
        <p:spPr>
          <a:xfrm rot="16200000">
            <a:off x="131390" y="7626762"/>
            <a:ext cx="695193" cy="176279"/>
          </a:xfrm>
          <a:prstGeom prst="round2SameRect">
            <a:avLst>
              <a:gd name="adj1" fmla="val 48919"/>
              <a:gd name="adj2" fmla="val 0"/>
            </a:avLst>
          </a:prstGeom>
          <a:gradFill flip="none" rotWithShape="1">
            <a:gsLst>
              <a:gs pos="0">
                <a:srgbClr val="0199CF"/>
              </a:gs>
              <a:gs pos="54000">
                <a:srgbClr val="01C1E5"/>
              </a:gs>
              <a:gs pos="100000">
                <a:srgbClr val="03CEEB"/>
              </a:gs>
            </a:gsLst>
            <a:lin ang="16200000" scaled="1"/>
            <a:tileRect/>
          </a:gradFill>
          <a:ln>
            <a:solidFill>
              <a:srgbClr val="04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38270354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756</TotalTime>
  <Words>2260</Words>
  <Application>Microsoft Office PowerPoint</Application>
  <PresentationFormat>Personalizado</PresentationFormat>
  <Paragraphs>548</Paragraphs>
  <Slides>28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6" baseType="lpstr">
      <vt:lpstr>Aptos</vt:lpstr>
      <vt:lpstr>Aptos Black</vt:lpstr>
      <vt:lpstr>Aptos Display</vt:lpstr>
      <vt:lpstr>Arial</vt:lpstr>
      <vt:lpstr>Arial Black</vt:lpstr>
      <vt:lpstr>Arial Nova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araya</dc:creator>
  <cp:lastModifiedBy>carlos araya</cp:lastModifiedBy>
  <cp:revision>4</cp:revision>
  <dcterms:created xsi:type="dcterms:W3CDTF">2026-10-22T12:11:23Z</dcterms:created>
  <dcterms:modified xsi:type="dcterms:W3CDTF">2026-10-23T22:25:50Z</dcterms:modified>
</cp:coreProperties>
</file>