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0" r:id="rId4"/>
    <p:sldId id="261" r:id="rId5"/>
    <p:sldId id="262" r:id="rId6"/>
    <p:sldId id="263" r:id="rId7"/>
    <p:sldId id="265" r:id="rId8"/>
    <p:sldId id="264" r:id="rId9"/>
    <p:sldId id="266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D2F6"/>
    <a:srgbClr val="269DDE"/>
    <a:srgbClr val="F6F7F8"/>
    <a:srgbClr val="F3F4F6"/>
    <a:srgbClr val="0F4376"/>
    <a:srgbClr val="EEF8FC"/>
    <a:srgbClr val="DFEAF7"/>
    <a:srgbClr val="7890B0"/>
    <a:srgbClr val="0A3E6F"/>
    <a:srgbClr val="F6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CB4FA-0E20-4D92-9D93-9FF0AAEE6840}" v="200" dt="2026-08-24T22:12:37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3203" autoAdjust="0"/>
  </p:normalViewPr>
  <p:slideViewPr>
    <p:cSldViewPr snapToGrid="0">
      <p:cViewPr varScale="1">
        <p:scale>
          <a:sx n="85" d="100"/>
          <a:sy n="85" d="100"/>
        </p:scale>
        <p:origin x="10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araya" userId="e6d0fb485b602df9" providerId="LiveId" clId="{C0A0FC26-6969-4E34-87D4-E572CD835DB4}"/>
    <pc:docChg chg="undo custSel modSld">
      <pc:chgData name="carlos araya" userId="e6d0fb485b602df9" providerId="LiveId" clId="{C0A0FC26-6969-4E34-87D4-E572CD835DB4}" dt="2026-08-25T17:57:09.779" v="1012" actId="20577"/>
      <pc:docMkLst>
        <pc:docMk/>
      </pc:docMkLst>
      <pc:sldChg chg="addSp delSp modSp mod">
        <pc:chgData name="carlos araya" userId="e6d0fb485b602df9" providerId="LiveId" clId="{C0A0FC26-6969-4E34-87D4-E572CD835DB4}" dt="2026-08-25T17:54:11.324" v="961" actId="167"/>
        <pc:sldMkLst>
          <pc:docMk/>
          <pc:sldMk cId="2357860655" sldId="258"/>
        </pc:sldMkLst>
        <pc:picChg chg="add ord">
          <ac:chgData name="carlos araya" userId="e6d0fb485b602df9" providerId="LiveId" clId="{C0A0FC26-6969-4E34-87D4-E572CD835DB4}" dt="2026-08-25T17:54:11.324" v="961" actId="167"/>
          <ac:picMkLst>
            <pc:docMk/>
            <pc:sldMk cId="2357860655" sldId="258"/>
            <ac:picMk id="3" creationId="{D7C2EBE4-612D-A276-CA1A-52A3DE4E76F3}"/>
          </ac:picMkLst>
        </pc:picChg>
        <pc:picChg chg="del">
          <ac:chgData name="carlos araya" userId="e6d0fb485b602df9" providerId="LiveId" clId="{C0A0FC26-6969-4E34-87D4-E572CD835DB4}" dt="2026-08-25T17:54:08.483" v="959" actId="478"/>
          <ac:picMkLst>
            <pc:docMk/>
            <pc:sldMk cId="2357860655" sldId="258"/>
            <ac:picMk id="33" creationId="{1F8C0C1B-1C8F-D560-5696-EFFAE19F54AA}"/>
          </ac:picMkLst>
        </pc:picChg>
      </pc:sldChg>
      <pc:sldChg chg="addSp delSp modSp mod">
        <pc:chgData name="carlos araya" userId="e6d0fb485b602df9" providerId="LiveId" clId="{C0A0FC26-6969-4E34-87D4-E572CD835DB4}" dt="2026-08-25T17:54:00.875" v="958" actId="167"/>
        <pc:sldMkLst>
          <pc:docMk/>
          <pc:sldMk cId="4255532855" sldId="259"/>
        </pc:sldMkLst>
        <pc:picChg chg="del">
          <ac:chgData name="carlos araya" userId="e6d0fb485b602df9" providerId="LiveId" clId="{C0A0FC26-6969-4E34-87D4-E572CD835DB4}" dt="2026-08-25T17:53:44.211" v="955" actId="478"/>
          <ac:picMkLst>
            <pc:docMk/>
            <pc:sldMk cId="4255532855" sldId="259"/>
            <ac:picMk id="3" creationId="{E85F8216-8499-C0BB-1E65-2E0E4A43FC39}"/>
          </ac:picMkLst>
        </pc:picChg>
        <pc:picChg chg="add mod ord">
          <ac:chgData name="carlos araya" userId="e6d0fb485b602df9" providerId="LiveId" clId="{C0A0FC26-6969-4E34-87D4-E572CD835DB4}" dt="2026-08-25T17:54:00.875" v="958" actId="167"/>
          <ac:picMkLst>
            <pc:docMk/>
            <pc:sldMk cId="4255532855" sldId="259"/>
            <ac:picMk id="4" creationId="{CFA07EAB-BD97-1533-B899-B4E175221550}"/>
          </ac:picMkLst>
        </pc:picChg>
      </pc:sldChg>
      <pc:sldChg chg="addSp delSp modSp mod">
        <pc:chgData name="carlos araya" userId="e6d0fb485b602df9" providerId="LiveId" clId="{C0A0FC26-6969-4E34-87D4-E572CD835DB4}" dt="2026-08-25T17:54:17.736" v="964" actId="167"/>
        <pc:sldMkLst>
          <pc:docMk/>
          <pc:sldMk cId="4092155701" sldId="260"/>
        </pc:sldMkLst>
        <pc:picChg chg="add ord">
          <ac:chgData name="carlos araya" userId="e6d0fb485b602df9" providerId="LiveId" clId="{C0A0FC26-6969-4E34-87D4-E572CD835DB4}" dt="2026-08-25T17:54:17.736" v="964" actId="167"/>
          <ac:picMkLst>
            <pc:docMk/>
            <pc:sldMk cId="4092155701" sldId="260"/>
            <ac:picMk id="3" creationId="{35AD8982-ACE5-5FB5-8352-CCA1D7824497}"/>
          </ac:picMkLst>
        </pc:picChg>
        <pc:picChg chg="del">
          <ac:chgData name="carlos araya" userId="e6d0fb485b602df9" providerId="LiveId" clId="{C0A0FC26-6969-4E34-87D4-E572CD835DB4}" dt="2026-08-25T17:54:13.984" v="962" actId="478"/>
          <ac:picMkLst>
            <pc:docMk/>
            <pc:sldMk cId="4092155701" sldId="260"/>
            <ac:picMk id="24" creationId="{1B89E35E-4146-19AE-E358-3EA83303704E}"/>
          </ac:picMkLst>
        </pc:picChg>
      </pc:sldChg>
      <pc:sldChg chg="addSp delSp modSp mod">
        <pc:chgData name="carlos araya" userId="e6d0fb485b602df9" providerId="LiveId" clId="{C0A0FC26-6969-4E34-87D4-E572CD835DB4}" dt="2026-08-25T17:54:27.594" v="967" actId="167"/>
        <pc:sldMkLst>
          <pc:docMk/>
          <pc:sldMk cId="1908865564" sldId="261"/>
        </pc:sldMkLst>
        <pc:graphicFrameChg chg="mod">
          <ac:chgData name="carlos araya" userId="e6d0fb485b602df9" providerId="LiveId" clId="{C0A0FC26-6969-4E34-87D4-E572CD835DB4}" dt="2026-08-24T21:35:10.769" v="421"/>
          <ac:graphicFrameMkLst>
            <pc:docMk/>
            <pc:sldMk cId="1908865564" sldId="261"/>
            <ac:graphicFrameMk id="22" creationId="{2E34CB93-E4A4-B9BF-628D-0EE7DF5682F2}"/>
          </ac:graphicFrameMkLst>
        </pc:graphicFrameChg>
        <pc:picChg chg="add ord">
          <ac:chgData name="carlos araya" userId="e6d0fb485b602df9" providerId="LiveId" clId="{C0A0FC26-6969-4E34-87D4-E572CD835DB4}" dt="2026-08-25T17:54:27.594" v="967" actId="167"/>
          <ac:picMkLst>
            <pc:docMk/>
            <pc:sldMk cId="1908865564" sldId="261"/>
            <ac:picMk id="3" creationId="{B7FFBCB0-4231-C6BC-5113-09BA6DCF8DF6}"/>
          </ac:picMkLst>
        </pc:picChg>
        <pc:picChg chg="del">
          <ac:chgData name="carlos araya" userId="e6d0fb485b602df9" providerId="LiveId" clId="{C0A0FC26-6969-4E34-87D4-E572CD835DB4}" dt="2026-08-25T17:54:24.687" v="965" actId="478"/>
          <ac:picMkLst>
            <pc:docMk/>
            <pc:sldMk cId="1908865564" sldId="261"/>
            <ac:picMk id="39" creationId="{138FE92B-E2C8-A89F-530E-372739C5381C}"/>
          </ac:picMkLst>
        </pc:picChg>
      </pc:sldChg>
      <pc:sldChg chg="addSp delSp modSp mod">
        <pc:chgData name="carlos araya" userId="e6d0fb485b602df9" providerId="LiveId" clId="{C0A0FC26-6969-4E34-87D4-E572CD835DB4}" dt="2026-08-25T17:54:35.214" v="970" actId="167"/>
        <pc:sldMkLst>
          <pc:docMk/>
          <pc:sldMk cId="3256338808" sldId="262"/>
        </pc:sldMkLst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23" creationId="{75986FD0-747D-F714-5006-BE19E5FE9902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24" creationId="{DC8EFBB9-69E8-F14E-C9A7-C88D99E83993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26" creationId="{521EFA7D-12B5-FEAB-11D6-CDA885327E6E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28" creationId="{4505D04C-A647-789B-C045-5FC78D130BF4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30" creationId="{51EA0318-A384-EABE-EB9B-7EE7EEECE243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31" creationId="{8DAACA26-7407-8A36-6122-7D9F75FA03A7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32" creationId="{A20F3378-15F2-36B7-50E5-73F94588423F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34" creationId="{0042884C-DB3D-0B22-0F3C-1600553C07B0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53" creationId="{102FF031-DC9F-9403-9646-7A9530FBD265}"/>
          </ac:spMkLst>
        </pc:spChg>
        <pc:spChg chg="mod">
          <ac:chgData name="carlos araya" userId="e6d0fb485b602df9" providerId="LiveId" clId="{C0A0FC26-6969-4E34-87D4-E572CD835DB4}" dt="2026-08-24T21:05:16.870" v="0" actId="1076"/>
          <ac:spMkLst>
            <pc:docMk/>
            <pc:sldMk cId="3256338808" sldId="262"/>
            <ac:spMk id="57" creationId="{DF0FDBD5-F560-72CF-CE3E-15A2894904BC}"/>
          </ac:spMkLst>
        </pc:spChg>
        <pc:picChg chg="add ord">
          <ac:chgData name="carlos araya" userId="e6d0fb485b602df9" providerId="LiveId" clId="{C0A0FC26-6969-4E34-87D4-E572CD835DB4}" dt="2026-08-25T17:54:35.214" v="970" actId="167"/>
          <ac:picMkLst>
            <pc:docMk/>
            <pc:sldMk cId="3256338808" sldId="262"/>
            <ac:picMk id="3" creationId="{64FD7D97-49EF-53E6-04C2-FE6D0D1AC742}"/>
          </ac:picMkLst>
        </pc:picChg>
        <pc:picChg chg="del">
          <ac:chgData name="carlos araya" userId="e6d0fb485b602df9" providerId="LiveId" clId="{C0A0FC26-6969-4E34-87D4-E572CD835DB4}" dt="2026-08-25T17:54:30.380" v="968" actId="478"/>
          <ac:picMkLst>
            <pc:docMk/>
            <pc:sldMk cId="3256338808" sldId="262"/>
            <ac:picMk id="64" creationId="{2ACF4CBC-27CB-2E69-B3FA-2C34F78449F7}"/>
          </ac:picMkLst>
        </pc:picChg>
      </pc:sldChg>
      <pc:sldChg chg="addSp delSp modSp mod">
        <pc:chgData name="carlos araya" userId="e6d0fb485b602df9" providerId="LiveId" clId="{C0A0FC26-6969-4E34-87D4-E572CD835DB4}" dt="2026-08-25T17:57:09.779" v="1012" actId="20577"/>
        <pc:sldMkLst>
          <pc:docMk/>
          <pc:sldMk cId="3747272462" sldId="263"/>
        </pc:sldMkLst>
        <pc:spChg chg="mod">
          <ac:chgData name="carlos araya" userId="e6d0fb485b602df9" providerId="LiveId" clId="{C0A0FC26-6969-4E34-87D4-E572CD835DB4}" dt="2026-08-24T21:10:48.257" v="3"/>
          <ac:spMkLst>
            <pc:docMk/>
            <pc:sldMk cId="3747272462" sldId="263"/>
            <ac:spMk id="5" creationId="{41AB2996-938C-0713-E5C3-7F10D7BC08B9}"/>
          </ac:spMkLst>
        </pc:spChg>
        <pc:spChg chg="mod">
          <ac:chgData name="carlos araya" userId="e6d0fb485b602df9" providerId="LiveId" clId="{C0A0FC26-6969-4E34-87D4-E572CD835DB4}" dt="2026-08-24T21:10:48.257" v="3"/>
          <ac:spMkLst>
            <pc:docMk/>
            <pc:sldMk cId="3747272462" sldId="263"/>
            <ac:spMk id="6" creationId="{BDF596DB-9D92-D4DE-5CD4-D5D669284587}"/>
          </ac:spMkLst>
        </pc:spChg>
        <pc:spChg chg="mod">
          <ac:chgData name="carlos araya" userId="e6d0fb485b602df9" providerId="LiveId" clId="{C0A0FC26-6969-4E34-87D4-E572CD835DB4}" dt="2026-08-24T21:10:48.257" v="3"/>
          <ac:spMkLst>
            <pc:docMk/>
            <pc:sldMk cId="3747272462" sldId="263"/>
            <ac:spMk id="7" creationId="{0BF602CE-6ECB-3D00-B10C-F54AA8D8D2D2}"/>
          </ac:spMkLst>
        </pc:spChg>
        <pc:spChg chg="mod">
          <ac:chgData name="carlos araya" userId="e6d0fb485b602df9" providerId="LiveId" clId="{C0A0FC26-6969-4E34-87D4-E572CD835DB4}" dt="2026-08-24T21:11:24.120" v="16" actId="20577"/>
          <ac:spMkLst>
            <pc:docMk/>
            <pc:sldMk cId="3747272462" sldId="263"/>
            <ac:spMk id="11" creationId="{0D960705-205F-C48C-F893-620D88651577}"/>
          </ac:spMkLst>
        </pc:spChg>
        <pc:spChg chg="mod">
          <ac:chgData name="carlos araya" userId="e6d0fb485b602df9" providerId="LiveId" clId="{C0A0FC26-6969-4E34-87D4-E572CD835DB4}" dt="2026-08-24T21:10:48.257" v="3"/>
          <ac:spMkLst>
            <pc:docMk/>
            <pc:sldMk cId="3747272462" sldId="263"/>
            <ac:spMk id="12" creationId="{7B3D5FAC-E5BC-916F-29F6-0A079BB4D6FE}"/>
          </ac:spMkLst>
        </pc:spChg>
        <pc:spChg chg="add mod">
          <ac:chgData name="carlos araya" userId="e6d0fb485b602df9" providerId="LiveId" clId="{C0A0FC26-6969-4E34-87D4-E572CD835DB4}" dt="2026-08-24T21:12:37.729" v="24" actId="1076"/>
          <ac:spMkLst>
            <pc:docMk/>
            <pc:sldMk cId="3747272462" sldId="263"/>
            <ac:spMk id="17" creationId="{087E60DC-9C69-6131-203D-990D9C80E9BC}"/>
          </ac:spMkLst>
        </pc:spChg>
        <pc:spChg chg="add mod">
          <ac:chgData name="carlos araya" userId="e6d0fb485b602df9" providerId="LiveId" clId="{C0A0FC26-6969-4E34-87D4-E572CD835DB4}" dt="2026-08-24T21:14:37.659" v="77" actId="14100"/>
          <ac:spMkLst>
            <pc:docMk/>
            <pc:sldMk cId="3747272462" sldId="263"/>
            <ac:spMk id="20" creationId="{6DDE13D1-E113-8059-F84E-9CF0AB66EA55}"/>
          </ac:spMkLst>
        </pc:spChg>
        <pc:spChg chg="add mod">
          <ac:chgData name="carlos araya" userId="e6d0fb485b602df9" providerId="LiveId" clId="{C0A0FC26-6969-4E34-87D4-E572CD835DB4}" dt="2026-08-24T21:16:07.129" v="92" actId="1076"/>
          <ac:spMkLst>
            <pc:docMk/>
            <pc:sldMk cId="3747272462" sldId="263"/>
            <ac:spMk id="21" creationId="{D189D130-0DB5-196D-8F8D-43519EA27DD9}"/>
          </ac:spMkLst>
        </pc:spChg>
        <pc:spChg chg="add mod">
          <ac:chgData name="carlos araya" userId="e6d0fb485b602df9" providerId="LiveId" clId="{C0A0FC26-6969-4E34-87D4-E572CD835DB4}" dt="2026-08-24T21:53:35.240" v="742" actId="207"/>
          <ac:spMkLst>
            <pc:docMk/>
            <pc:sldMk cId="3747272462" sldId="263"/>
            <ac:spMk id="24" creationId="{3B57908B-AB7E-A531-6D25-B0E2505E42AF}"/>
          </ac:spMkLst>
        </pc:spChg>
        <pc:spChg chg="add mod ord">
          <ac:chgData name="carlos araya" userId="e6d0fb485b602df9" providerId="LiveId" clId="{C0A0FC26-6969-4E34-87D4-E572CD835DB4}" dt="2026-08-24T21:54:30.555" v="759" actId="1076"/>
          <ac:spMkLst>
            <pc:docMk/>
            <pc:sldMk cId="3747272462" sldId="263"/>
            <ac:spMk id="26" creationId="{BA2F087F-F4B4-16E0-E899-0F04092D90B4}"/>
          </ac:spMkLst>
        </pc:spChg>
        <pc:spChg chg="add mod">
          <ac:chgData name="carlos araya" userId="e6d0fb485b602df9" providerId="LiveId" clId="{C0A0FC26-6969-4E34-87D4-E572CD835DB4}" dt="2026-08-24T21:53:46.969" v="746" actId="207"/>
          <ac:spMkLst>
            <pc:docMk/>
            <pc:sldMk cId="3747272462" sldId="263"/>
            <ac:spMk id="28" creationId="{6F92A04B-84A4-C752-33BC-24B518229E81}"/>
          </ac:spMkLst>
        </pc:spChg>
        <pc:spChg chg="add mod">
          <ac:chgData name="carlos araya" userId="e6d0fb485b602df9" providerId="LiveId" clId="{C0A0FC26-6969-4E34-87D4-E572CD835DB4}" dt="2026-08-24T21:53:55.715" v="749" actId="207"/>
          <ac:spMkLst>
            <pc:docMk/>
            <pc:sldMk cId="3747272462" sldId="263"/>
            <ac:spMk id="30" creationId="{41FD6159-482A-FCE3-819A-35CCAC7A4895}"/>
          </ac:spMkLst>
        </pc:spChg>
        <pc:spChg chg="add mod">
          <ac:chgData name="carlos araya" userId="e6d0fb485b602df9" providerId="LiveId" clId="{C0A0FC26-6969-4E34-87D4-E572CD835DB4}" dt="2026-08-24T21:54:10.038" v="752" actId="207"/>
          <ac:spMkLst>
            <pc:docMk/>
            <pc:sldMk cId="3747272462" sldId="263"/>
            <ac:spMk id="32" creationId="{B7DEDB07-9DDA-BF60-5967-D23DAF870B4D}"/>
          </ac:spMkLst>
        </pc:spChg>
        <pc:spChg chg="add mod">
          <ac:chgData name="carlos araya" userId="e6d0fb485b602df9" providerId="LiveId" clId="{C0A0FC26-6969-4E34-87D4-E572CD835DB4}" dt="2026-08-24T21:54:18.231" v="755" actId="207"/>
          <ac:spMkLst>
            <pc:docMk/>
            <pc:sldMk cId="3747272462" sldId="263"/>
            <ac:spMk id="34" creationId="{9A9BCD20-E94C-CBF5-13E7-74DDDFF01EF9}"/>
          </ac:spMkLst>
        </pc:spChg>
        <pc:spChg chg="add mod">
          <ac:chgData name="carlos araya" userId="e6d0fb485b602df9" providerId="LiveId" clId="{C0A0FC26-6969-4E34-87D4-E572CD835DB4}" dt="2026-08-24T21:54:25.878" v="758" actId="207"/>
          <ac:spMkLst>
            <pc:docMk/>
            <pc:sldMk cId="3747272462" sldId="263"/>
            <ac:spMk id="36" creationId="{32BDBD4B-9339-82AA-4A0F-CF95D61A075C}"/>
          </ac:spMkLst>
        </pc:spChg>
        <pc:spChg chg="add mod">
          <ac:chgData name="carlos araya" userId="e6d0fb485b602df9" providerId="LiveId" clId="{C0A0FC26-6969-4E34-87D4-E572CD835DB4}" dt="2026-08-24T21:54:20.778" v="756" actId="1076"/>
          <ac:spMkLst>
            <pc:docMk/>
            <pc:sldMk cId="3747272462" sldId="263"/>
            <ac:spMk id="38" creationId="{572F1972-9FC2-73E5-9F18-10195D999E24}"/>
          </ac:spMkLst>
        </pc:spChg>
        <pc:spChg chg="add mod">
          <ac:chgData name="carlos araya" userId="e6d0fb485b602df9" providerId="LiveId" clId="{C0A0FC26-6969-4E34-87D4-E572CD835DB4}" dt="2026-08-24T21:54:12.894" v="753" actId="1076"/>
          <ac:spMkLst>
            <pc:docMk/>
            <pc:sldMk cId="3747272462" sldId="263"/>
            <ac:spMk id="40" creationId="{F53EEDAE-805E-7CA6-D1C4-7A54008A19A6}"/>
          </ac:spMkLst>
        </pc:spChg>
        <pc:spChg chg="add mod">
          <ac:chgData name="carlos araya" userId="e6d0fb485b602df9" providerId="LiveId" clId="{C0A0FC26-6969-4E34-87D4-E572CD835DB4}" dt="2026-08-24T21:54:02.172" v="750" actId="1076"/>
          <ac:spMkLst>
            <pc:docMk/>
            <pc:sldMk cId="3747272462" sldId="263"/>
            <ac:spMk id="42" creationId="{659249A9-8ABF-E77B-D2E8-AB5676C8D47D}"/>
          </ac:spMkLst>
        </pc:spChg>
        <pc:spChg chg="add mod">
          <ac:chgData name="carlos araya" userId="e6d0fb485b602df9" providerId="LiveId" clId="{C0A0FC26-6969-4E34-87D4-E572CD835DB4}" dt="2026-08-24T21:53:50.886" v="747" actId="1076"/>
          <ac:spMkLst>
            <pc:docMk/>
            <pc:sldMk cId="3747272462" sldId="263"/>
            <ac:spMk id="44" creationId="{170C777C-EAC4-A467-B3BE-4E6021B089BB}"/>
          </ac:spMkLst>
        </pc:spChg>
        <pc:spChg chg="add mod">
          <ac:chgData name="carlos araya" userId="e6d0fb485b602df9" providerId="LiveId" clId="{C0A0FC26-6969-4E34-87D4-E572CD835DB4}" dt="2026-08-24T21:53:38.731" v="743" actId="1076"/>
          <ac:spMkLst>
            <pc:docMk/>
            <pc:sldMk cId="3747272462" sldId="263"/>
            <ac:spMk id="46" creationId="{88A5AB88-F8F0-9631-9395-118BD2D57227}"/>
          </ac:spMkLst>
        </pc:spChg>
        <pc:spChg chg="add mod">
          <ac:chgData name="carlos araya" userId="e6d0fb485b602df9" providerId="LiveId" clId="{C0A0FC26-6969-4E34-87D4-E572CD835DB4}" dt="2026-08-24T21:21:45.224" v="242" actId="207"/>
          <ac:spMkLst>
            <pc:docMk/>
            <pc:sldMk cId="3747272462" sldId="263"/>
            <ac:spMk id="47" creationId="{343AD957-5E29-7346-A8CA-7545AEE2A5B3}"/>
          </ac:spMkLst>
        </pc:spChg>
        <pc:spChg chg="add mod">
          <ac:chgData name="carlos araya" userId="e6d0fb485b602df9" providerId="LiveId" clId="{C0A0FC26-6969-4E34-87D4-E572CD835DB4}" dt="2026-08-24T21:22:20.982" v="253" actId="1076"/>
          <ac:spMkLst>
            <pc:docMk/>
            <pc:sldMk cId="3747272462" sldId="263"/>
            <ac:spMk id="49" creationId="{5E19A401-646F-DFE3-107C-F87C57BE9E84}"/>
          </ac:spMkLst>
        </pc:spChg>
        <pc:spChg chg="add mod">
          <ac:chgData name="carlos araya" userId="e6d0fb485b602df9" providerId="LiveId" clId="{C0A0FC26-6969-4E34-87D4-E572CD835DB4}" dt="2026-08-24T21:22:40.507" v="265"/>
          <ac:spMkLst>
            <pc:docMk/>
            <pc:sldMk cId="3747272462" sldId="263"/>
            <ac:spMk id="51" creationId="{79434AD0-9C9C-F956-97EC-F213EE5EF676}"/>
          </ac:spMkLst>
        </pc:spChg>
        <pc:spChg chg="add mod">
          <ac:chgData name="carlos araya" userId="e6d0fb485b602df9" providerId="LiveId" clId="{C0A0FC26-6969-4E34-87D4-E572CD835DB4}" dt="2026-08-24T21:23:01.974" v="280"/>
          <ac:spMkLst>
            <pc:docMk/>
            <pc:sldMk cId="3747272462" sldId="263"/>
            <ac:spMk id="53" creationId="{803808B0-6F72-84B4-72EB-FDEB774EB7D5}"/>
          </ac:spMkLst>
        </pc:spChg>
        <pc:spChg chg="add mod">
          <ac:chgData name="carlos araya" userId="e6d0fb485b602df9" providerId="LiveId" clId="{C0A0FC26-6969-4E34-87D4-E572CD835DB4}" dt="2026-08-25T17:57:09.779" v="1012" actId="20577"/>
          <ac:spMkLst>
            <pc:docMk/>
            <pc:sldMk cId="3747272462" sldId="263"/>
            <ac:spMk id="55" creationId="{3F4DD8D9-A31A-6B36-FCF9-3ED0FE61CBD3}"/>
          </ac:spMkLst>
        </pc:spChg>
        <pc:spChg chg="add mod">
          <ac:chgData name="carlos araya" userId="e6d0fb485b602df9" providerId="LiveId" clId="{C0A0FC26-6969-4E34-87D4-E572CD835DB4}" dt="2026-08-24T21:24:00.019" v="303"/>
          <ac:spMkLst>
            <pc:docMk/>
            <pc:sldMk cId="3747272462" sldId="263"/>
            <ac:spMk id="57" creationId="{27B92230-A2ED-37E9-A2B9-333AEDFA9B71}"/>
          </ac:spMkLst>
        </pc:spChg>
        <pc:spChg chg="add mod">
          <ac:chgData name="carlos araya" userId="e6d0fb485b602df9" providerId="LiveId" clId="{C0A0FC26-6969-4E34-87D4-E572CD835DB4}" dt="2026-08-24T21:27:18.504" v="326" actId="1076"/>
          <ac:spMkLst>
            <pc:docMk/>
            <pc:sldMk cId="3747272462" sldId="263"/>
            <ac:spMk id="59" creationId="{E7ED1BB8-7FF0-00F8-A720-F030EC69445F}"/>
          </ac:spMkLst>
        </pc:spChg>
        <pc:grpChg chg="add mod">
          <ac:chgData name="carlos araya" userId="e6d0fb485b602df9" providerId="LiveId" clId="{C0A0FC26-6969-4E34-87D4-E572CD835DB4}" dt="2026-08-24T21:10:48.257" v="3"/>
          <ac:grpSpMkLst>
            <pc:docMk/>
            <pc:sldMk cId="3747272462" sldId="263"/>
            <ac:grpSpMk id="4" creationId="{538003A0-4EC0-1550-6661-6B6FE7D83842}"/>
          </ac:grpSpMkLst>
        </pc:grpChg>
        <pc:grpChg chg="add mod">
          <ac:chgData name="carlos araya" userId="e6d0fb485b602df9" providerId="LiveId" clId="{C0A0FC26-6969-4E34-87D4-E572CD835DB4}" dt="2026-08-24T21:10:48.257" v="3"/>
          <ac:grpSpMkLst>
            <pc:docMk/>
            <pc:sldMk cId="3747272462" sldId="263"/>
            <ac:grpSpMk id="9" creationId="{31B565F1-ECA2-B12B-185C-999E83DFDE1F}"/>
          </ac:grpSpMkLst>
        </pc:grpChg>
        <pc:picChg chg="add ord">
          <ac:chgData name="carlos araya" userId="e6d0fb485b602df9" providerId="LiveId" clId="{C0A0FC26-6969-4E34-87D4-E572CD835DB4}" dt="2026-08-25T17:54:42.790" v="973" actId="167"/>
          <ac:picMkLst>
            <pc:docMk/>
            <pc:sldMk cId="3747272462" sldId="263"/>
            <ac:picMk id="3" creationId="{7821882C-3609-972B-5B7B-04571B7B8BEB}"/>
          </ac:picMkLst>
        </pc:picChg>
        <pc:picChg chg="add del mod">
          <ac:chgData name="carlos araya" userId="e6d0fb485b602df9" providerId="LiveId" clId="{C0A0FC26-6969-4E34-87D4-E572CD835DB4}" dt="2026-08-24T21:25:13.457" v="323" actId="478"/>
          <ac:picMkLst>
            <pc:docMk/>
            <pc:sldMk cId="3747272462" sldId="263"/>
            <ac:picMk id="3" creationId="{D334F38A-E8E8-F754-7FF8-90E84275C4EB}"/>
          </ac:picMkLst>
        </pc:picChg>
        <pc:picChg chg="mod">
          <ac:chgData name="carlos araya" userId="e6d0fb485b602df9" providerId="LiveId" clId="{C0A0FC26-6969-4E34-87D4-E572CD835DB4}" dt="2026-08-24T21:10:48.257" v="3"/>
          <ac:picMkLst>
            <pc:docMk/>
            <pc:sldMk cId="3747272462" sldId="263"/>
            <ac:picMk id="10" creationId="{A37AC732-1859-3997-C39E-DFECD1FCFADF}"/>
          </ac:picMkLst>
        </pc:picChg>
        <pc:picChg chg="mod">
          <ac:chgData name="carlos araya" userId="e6d0fb485b602df9" providerId="LiveId" clId="{C0A0FC26-6969-4E34-87D4-E572CD835DB4}" dt="2026-08-24T21:10:48.257" v="3"/>
          <ac:picMkLst>
            <pc:docMk/>
            <pc:sldMk cId="3747272462" sldId="263"/>
            <ac:picMk id="14" creationId="{39D6B244-6B7E-EB23-70B9-78C0A07BF457}"/>
          </ac:picMkLst>
        </pc:picChg>
        <pc:picChg chg="add mod">
          <ac:chgData name="carlos araya" userId="e6d0fb485b602df9" providerId="LiveId" clId="{C0A0FC26-6969-4E34-87D4-E572CD835DB4}" dt="2026-08-24T21:10:48.257" v="3"/>
          <ac:picMkLst>
            <pc:docMk/>
            <pc:sldMk cId="3747272462" sldId="263"/>
            <ac:picMk id="15" creationId="{ED315B4C-65CA-A7E2-FC66-F832484EB5E1}"/>
          </ac:picMkLst>
        </pc:picChg>
        <pc:picChg chg="add del ord">
          <ac:chgData name="carlos araya" userId="e6d0fb485b602df9" providerId="LiveId" clId="{C0A0FC26-6969-4E34-87D4-E572CD835DB4}" dt="2026-08-25T17:54:38.625" v="971" actId="478"/>
          <ac:picMkLst>
            <pc:docMk/>
            <pc:sldMk cId="3747272462" sldId="263"/>
            <ac:picMk id="61" creationId="{D0E1D28D-AD87-0EC5-7644-8E8ACA80DDB8}"/>
          </ac:picMkLst>
        </pc:picChg>
        <pc:cxnChg chg="add mod">
          <ac:chgData name="carlos araya" userId="e6d0fb485b602df9" providerId="LiveId" clId="{C0A0FC26-6969-4E34-87D4-E572CD835DB4}" dt="2026-08-24T21:13:45.952" v="69" actId="14100"/>
          <ac:cxnSpMkLst>
            <pc:docMk/>
            <pc:sldMk cId="3747272462" sldId="263"/>
            <ac:cxnSpMk id="18" creationId="{6D479322-B514-5FD8-F032-F06CF611A4C8}"/>
          </ac:cxnSpMkLst>
        </pc:cxnChg>
        <pc:cxnChg chg="add mod">
          <ac:chgData name="carlos araya" userId="e6d0fb485b602df9" providerId="LiveId" clId="{C0A0FC26-6969-4E34-87D4-E572CD835DB4}" dt="2026-08-24T21:54:45.165" v="762" actId="692"/>
          <ac:cxnSpMkLst>
            <pc:docMk/>
            <pc:sldMk cId="3747272462" sldId="263"/>
            <ac:cxnSpMk id="23" creationId="{8562AC09-724A-F69A-66C6-40116A4091C2}"/>
          </ac:cxnSpMkLst>
        </pc:cxnChg>
      </pc:sldChg>
      <pc:sldChg chg="addSp delSp modSp mod">
        <pc:chgData name="carlos araya" userId="e6d0fb485b602df9" providerId="LiveId" clId="{C0A0FC26-6969-4E34-87D4-E572CD835DB4}" dt="2026-08-25T17:54:49.074" v="976" actId="167"/>
        <pc:sldMkLst>
          <pc:docMk/>
          <pc:sldMk cId="864787384" sldId="264"/>
        </pc:sldMkLst>
        <pc:spChg chg="mod">
          <ac:chgData name="carlos araya" userId="e6d0fb485b602df9" providerId="LiveId" clId="{C0A0FC26-6969-4E34-87D4-E572CD835DB4}" dt="2026-08-24T21:10:49.595" v="4"/>
          <ac:spMkLst>
            <pc:docMk/>
            <pc:sldMk cId="864787384" sldId="264"/>
            <ac:spMk id="3" creationId="{27AA381D-6E81-9B08-9339-8CE0746F9197}"/>
          </ac:spMkLst>
        </pc:spChg>
        <pc:spChg chg="mod">
          <ac:chgData name="carlos araya" userId="e6d0fb485b602df9" providerId="LiveId" clId="{C0A0FC26-6969-4E34-87D4-E572CD835DB4}" dt="2026-08-24T21:10:49.595" v="4"/>
          <ac:spMkLst>
            <pc:docMk/>
            <pc:sldMk cId="864787384" sldId="264"/>
            <ac:spMk id="4" creationId="{776C6070-D2F0-E0D5-8C8A-4167AAAB1DE6}"/>
          </ac:spMkLst>
        </pc:spChg>
        <pc:spChg chg="mod">
          <ac:chgData name="carlos araya" userId="e6d0fb485b602df9" providerId="LiveId" clId="{C0A0FC26-6969-4E34-87D4-E572CD835DB4}" dt="2026-08-24T21:10:49.595" v="4"/>
          <ac:spMkLst>
            <pc:docMk/>
            <pc:sldMk cId="864787384" sldId="264"/>
            <ac:spMk id="5" creationId="{49A188D4-3E4F-14F5-19A6-2914CD4400D8}"/>
          </ac:spMkLst>
        </pc:spChg>
        <pc:spChg chg="mod">
          <ac:chgData name="carlos araya" userId="e6d0fb485b602df9" providerId="LiveId" clId="{C0A0FC26-6969-4E34-87D4-E572CD835DB4}" dt="2026-08-24T21:11:12.848" v="10" actId="20577"/>
          <ac:spMkLst>
            <pc:docMk/>
            <pc:sldMk cId="864787384" sldId="264"/>
            <ac:spMk id="9" creationId="{98E5767B-3482-1409-976A-0FA40A796BC0}"/>
          </ac:spMkLst>
        </pc:spChg>
        <pc:spChg chg="mod">
          <ac:chgData name="carlos araya" userId="e6d0fb485b602df9" providerId="LiveId" clId="{C0A0FC26-6969-4E34-87D4-E572CD835DB4}" dt="2026-08-24T21:10:49.595" v="4"/>
          <ac:spMkLst>
            <pc:docMk/>
            <pc:sldMk cId="864787384" sldId="264"/>
            <ac:spMk id="10" creationId="{ED0D229F-7BAE-076A-C910-345E8D4C8704}"/>
          </ac:spMkLst>
        </pc:spChg>
        <pc:spChg chg="add mod">
          <ac:chgData name="carlos araya" userId="e6d0fb485b602df9" providerId="LiveId" clId="{C0A0FC26-6969-4E34-87D4-E572CD835DB4}" dt="2026-08-24T21:32:39.262" v="333" actId="1076"/>
          <ac:spMkLst>
            <pc:docMk/>
            <pc:sldMk cId="864787384" sldId="264"/>
            <ac:spMk id="17" creationId="{DCD55293-97E7-CB9D-105D-898F54204FC7}"/>
          </ac:spMkLst>
        </pc:spChg>
        <pc:spChg chg="add mod">
          <ac:chgData name="carlos araya" userId="e6d0fb485b602df9" providerId="LiveId" clId="{C0A0FC26-6969-4E34-87D4-E572CD835DB4}" dt="2026-08-24T21:34:00.143" v="403" actId="1076"/>
          <ac:spMkLst>
            <pc:docMk/>
            <pc:sldMk cId="864787384" sldId="264"/>
            <ac:spMk id="20" creationId="{012B7581-E714-6F18-ABB7-EF6BFE0A0561}"/>
          </ac:spMkLst>
        </pc:spChg>
        <pc:spChg chg="add mod">
          <ac:chgData name="carlos araya" userId="e6d0fb485b602df9" providerId="LiveId" clId="{C0A0FC26-6969-4E34-87D4-E572CD835DB4}" dt="2026-08-24T21:42:11.067" v="638" actId="14100"/>
          <ac:spMkLst>
            <pc:docMk/>
            <pc:sldMk cId="864787384" sldId="264"/>
            <ac:spMk id="25" creationId="{9BCBCCA4-E4A6-D58A-9EBE-D8F53866ADA3}"/>
          </ac:spMkLst>
        </pc:spChg>
        <pc:spChg chg="add mod">
          <ac:chgData name="carlos araya" userId="e6d0fb485b602df9" providerId="LiveId" clId="{C0A0FC26-6969-4E34-87D4-E572CD835DB4}" dt="2026-08-24T21:42:07.073" v="637" actId="113"/>
          <ac:spMkLst>
            <pc:docMk/>
            <pc:sldMk cId="864787384" sldId="264"/>
            <ac:spMk id="26" creationId="{424C0833-F772-8DB4-C2FB-54F6A03BF653}"/>
          </ac:spMkLst>
        </pc:spChg>
        <pc:spChg chg="add mod ord">
          <ac:chgData name="carlos araya" userId="e6d0fb485b602df9" providerId="LiveId" clId="{C0A0FC26-6969-4E34-87D4-E572CD835DB4}" dt="2026-08-24T21:44:00.743" v="671" actId="167"/>
          <ac:spMkLst>
            <pc:docMk/>
            <pc:sldMk cId="864787384" sldId="264"/>
            <ac:spMk id="29" creationId="{C9E77942-8CBA-4B69-838F-AC793CE73A79}"/>
          </ac:spMkLst>
        </pc:spChg>
        <pc:grpChg chg="add mod">
          <ac:chgData name="carlos araya" userId="e6d0fb485b602df9" providerId="LiveId" clId="{C0A0FC26-6969-4E34-87D4-E572CD835DB4}" dt="2026-08-24T21:10:49.595" v="4"/>
          <ac:grpSpMkLst>
            <pc:docMk/>
            <pc:sldMk cId="864787384" sldId="264"/>
            <ac:grpSpMk id="2" creationId="{48BC240E-10FA-24D3-04C9-ADF396A00AEB}"/>
          </ac:grpSpMkLst>
        </pc:grpChg>
        <pc:grpChg chg="add mod">
          <ac:chgData name="carlos araya" userId="e6d0fb485b602df9" providerId="LiveId" clId="{C0A0FC26-6969-4E34-87D4-E572CD835DB4}" dt="2026-08-24T21:10:49.595" v="4"/>
          <ac:grpSpMkLst>
            <pc:docMk/>
            <pc:sldMk cId="864787384" sldId="264"/>
            <ac:grpSpMk id="7" creationId="{1F6042FE-B76D-7A7C-535E-DC9DED6976CC}"/>
          </ac:grpSpMkLst>
        </pc:grpChg>
        <pc:graphicFrameChg chg="add del mod modGraphic">
          <ac:chgData name="carlos araya" userId="e6d0fb485b602df9" providerId="LiveId" clId="{C0A0FC26-6969-4E34-87D4-E572CD835DB4}" dt="2026-08-24T21:34:37.540" v="415" actId="21"/>
          <ac:graphicFrameMkLst>
            <pc:docMk/>
            <pc:sldMk cId="864787384" sldId="264"/>
            <ac:graphicFrameMk id="21" creationId="{B79CAB0A-EAD4-8CB7-EF7E-DA5EA2AA6F0E}"/>
          </ac:graphicFrameMkLst>
        </pc:graphicFrameChg>
        <pc:graphicFrameChg chg="add mod modGraphic">
          <ac:chgData name="carlos araya" userId="e6d0fb485b602df9" providerId="LiveId" clId="{C0A0FC26-6969-4E34-87D4-E572CD835DB4}" dt="2026-08-24T21:43:19.084" v="642" actId="2084"/>
          <ac:graphicFrameMkLst>
            <pc:docMk/>
            <pc:sldMk cId="864787384" sldId="264"/>
            <ac:graphicFrameMk id="23" creationId="{8F8B8934-87A8-D385-AE7B-46D44E674FFB}"/>
          </ac:graphicFrameMkLst>
        </pc:graphicFrameChg>
        <pc:picChg chg="mod">
          <ac:chgData name="carlos araya" userId="e6d0fb485b602df9" providerId="LiveId" clId="{C0A0FC26-6969-4E34-87D4-E572CD835DB4}" dt="2026-08-24T21:10:49.595" v="4"/>
          <ac:picMkLst>
            <pc:docMk/>
            <pc:sldMk cId="864787384" sldId="264"/>
            <ac:picMk id="8" creationId="{D66A45A8-115C-32E0-4A71-E981BFBD64C7}"/>
          </ac:picMkLst>
        </pc:picChg>
        <pc:picChg chg="mod">
          <ac:chgData name="carlos araya" userId="e6d0fb485b602df9" providerId="LiveId" clId="{C0A0FC26-6969-4E34-87D4-E572CD835DB4}" dt="2026-08-24T21:10:49.595" v="4"/>
          <ac:picMkLst>
            <pc:docMk/>
            <pc:sldMk cId="864787384" sldId="264"/>
            <ac:picMk id="12" creationId="{1CAB7248-B1C2-9EB5-3773-88596E2153B5}"/>
          </ac:picMkLst>
        </pc:picChg>
        <pc:picChg chg="add mod">
          <ac:chgData name="carlos araya" userId="e6d0fb485b602df9" providerId="LiveId" clId="{C0A0FC26-6969-4E34-87D4-E572CD835DB4}" dt="2026-08-24T21:10:49.595" v="4"/>
          <ac:picMkLst>
            <pc:docMk/>
            <pc:sldMk cId="864787384" sldId="264"/>
            <ac:picMk id="13" creationId="{37E1260D-3EE9-4228-A77B-973A81333727}"/>
          </ac:picMkLst>
        </pc:picChg>
        <pc:picChg chg="add del mod">
          <ac:chgData name="carlos araya" userId="e6d0fb485b602df9" providerId="LiveId" clId="{C0A0FC26-6969-4E34-87D4-E572CD835DB4}" dt="2026-08-24T21:40:21.730" v="607" actId="478"/>
          <ac:picMkLst>
            <pc:docMk/>
            <pc:sldMk cId="864787384" sldId="264"/>
            <ac:picMk id="15" creationId="{A9422B01-BD25-1299-A9D8-BC71EC0F14D7}"/>
          </ac:picMkLst>
        </pc:picChg>
        <pc:picChg chg="add ord">
          <ac:chgData name="carlos araya" userId="e6d0fb485b602df9" providerId="LiveId" clId="{C0A0FC26-6969-4E34-87D4-E572CD835DB4}" dt="2026-08-25T17:54:49.074" v="976" actId="167"/>
          <ac:picMkLst>
            <pc:docMk/>
            <pc:sldMk cId="864787384" sldId="264"/>
            <ac:picMk id="15" creationId="{C9A0B4ED-E770-180B-D4BE-6CB568451DF0}"/>
          </ac:picMkLst>
        </pc:picChg>
        <pc:picChg chg="add del ord">
          <ac:chgData name="carlos araya" userId="e6d0fb485b602df9" providerId="LiveId" clId="{C0A0FC26-6969-4E34-87D4-E572CD835DB4}" dt="2026-08-25T17:54:45.469" v="974" actId="478"/>
          <ac:picMkLst>
            <pc:docMk/>
            <pc:sldMk cId="864787384" sldId="264"/>
            <ac:picMk id="28" creationId="{AD9DAED5-D029-DAB6-EFBF-540EA31CC324}"/>
          </ac:picMkLst>
        </pc:picChg>
        <pc:cxnChg chg="add mod">
          <ac:chgData name="carlos araya" userId="e6d0fb485b602df9" providerId="LiveId" clId="{C0A0FC26-6969-4E34-87D4-E572CD835DB4}" dt="2026-08-24T21:32:58.041" v="391" actId="14100"/>
          <ac:cxnSpMkLst>
            <pc:docMk/>
            <pc:sldMk cId="864787384" sldId="264"/>
            <ac:cxnSpMk id="18" creationId="{E8C59DF3-6F85-2B3C-4920-046EA8AF5DB5}"/>
          </ac:cxnSpMkLst>
        </pc:cxnChg>
      </pc:sldChg>
      <pc:sldChg chg="addSp delSp modSp mod">
        <pc:chgData name="carlos araya" userId="e6d0fb485b602df9" providerId="LiveId" clId="{C0A0FC26-6969-4E34-87D4-E572CD835DB4}" dt="2026-08-25T17:54:54.975" v="979" actId="167"/>
        <pc:sldMkLst>
          <pc:docMk/>
          <pc:sldMk cId="1199811091" sldId="265"/>
        </pc:sldMkLst>
        <pc:spChg chg="mod">
          <ac:chgData name="carlos araya" userId="e6d0fb485b602df9" providerId="LiveId" clId="{C0A0FC26-6969-4E34-87D4-E572CD835DB4}" dt="2026-08-24T21:10:50.737" v="5"/>
          <ac:spMkLst>
            <pc:docMk/>
            <pc:sldMk cId="1199811091" sldId="265"/>
            <ac:spMk id="3" creationId="{AD91D951-6613-6169-36DF-73DE2EA64C13}"/>
          </ac:spMkLst>
        </pc:spChg>
        <pc:spChg chg="mod">
          <ac:chgData name="carlos araya" userId="e6d0fb485b602df9" providerId="LiveId" clId="{C0A0FC26-6969-4E34-87D4-E572CD835DB4}" dt="2026-08-24T21:10:50.737" v="5"/>
          <ac:spMkLst>
            <pc:docMk/>
            <pc:sldMk cId="1199811091" sldId="265"/>
            <ac:spMk id="4" creationId="{54B79983-1E93-BDC8-3AC7-E641AD0ADBC3}"/>
          </ac:spMkLst>
        </pc:spChg>
        <pc:spChg chg="mod">
          <ac:chgData name="carlos araya" userId="e6d0fb485b602df9" providerId="LiveId" clId="{C0A0FC26-6969-4E34-87D4-E572CD835DB4}" dt="2026-08-24T21:10:50.737" v="5"/>
          <ac:spMkLst>
            <pc:docMk/>
            <pc:sldMk cId="1199811091" sldId="265"/>
            <ac:spMk id="5" creationId="{B5B1A1B7-7059-FC2D-4D05-13BBA8B25C69}"/>
          </ac:spMkLst>
        </pc:spChg>
        <pc:spChg chg="mod">
          <ac:chgData name="carlos araya" userId="e6d0fb485b602df9" providerId="LiveId" clId="{C0A0FC26-6969-4E34-87D4-E572CD835DB4}" dt="2026-08-24T21:11:16.423" v="12" actId="20577"/>
          <ac:spMkLst>
            <pc:docMk/>
            <pc:sldMk cId="1199811091" sldId="265"/>
            <ac:spMk id="9" creationId="{FDC3B5CF-6709-818B-6BDB-B1440DD145BD}"/>
          </ac:spMkLst>
        </pc:spChg>
        <pc:spChg chg="mod">
          <ac:chgData name="carlos araya" userId="e6d0fb485b602df9" providerId="LiveId" clId="{C0A0FC26-6969-4E34-87D4-E572CD835DB4}" dt="2026-08-24T21:10:50.737" v="5"/>
          <ac:spMkLst>
            <pc:docMk/>
            <pc:sldMk cId="1199811091" sldId="265"/>
            <ac:spMk id="10" creationId="{4B717DBB-4DCD-4747-69E9-1A6B7F08F44A}"/>
          </ac:spMkLst>
        </pc:spChg>
        <pc:spChg chg="add mod">
          <ac:chgData name="carlos araya" userId="e6d0fb485b602df9" providerId="LiveId" clId="{C0A0FC26-6969-4E34-87D4-E572CD835DB4}" dt="2026-08-24T21:57:27.355" v="785" actId="1076"/>
          <ac:spMkLst>
            <pc:docMk/>
            <pc:sldMk cId="1199811091" sldId="265"/>
            <ac:spMk id="18" creationId="{A689FA16-F817-9E94-0E65-A2646C9C2646}"/>
          </ac:spMkLst>
        </pc:spChg>
        <pc:spChg chg="add mod">
          <ac:chgData name="carlos araya" userId="e6d0fb485b602df9" providerId="LiveId" clId="{C0A0FC26-6969-4E34-87D4-E572CD835DB4}" dt="2026-08-24T21:57:54.376" v="790" actId="1076"/>
          <ac:spMkLst>
            <pc:docMk/>
            <pc:sldMk cId="1199811091" sldId="265"/>
            <ac:spMk id="19" creationId="{A564BC08-3C28-42FC-F07D-29F1F16A8BF7}"/>
          </ac:spMkLst>
        </pc:spChg>
        <pc:spChg chg="add mod">
          <ac:chgData name="carlos araya" userId="e6d0fb485b602df9" providerId="LiveId" clId="{C0A0FC26-6969-4E34-87D4-E572CD835DB4}" dt="2026-08-24T21:58:29.147" v="795" actId="1076"/>
          <ac:spMkLst>
            <pc:docMk/>
            <pc:sldMk cId="1199811091" sldId="265"/>
            <ac:spMk id="20" creationId="{A14E8BE9-6B03-FB58-211F-6CE25C21C33F}"/>
          </ac:spMkLst>
        </pc:spChg>
        <pc:spChg chg="add mod">
          <ac:chgData name="carlos araya" userId="e6d0fb485b602df9" providerId="LiveId" clId="{C0A0FC26-6969-4E34-87D4-E572CD835DB4}" dt="2026-08-24T21:55:50.433" v="764" actId="1076"/>
          <ac:spMkLst>
            <pc:docMk/>
            <pc:sldMk cId="1199811091" sldId="265"/>
            <ac:spMk id="22" creationId="{505835E2-937B-8601-B51E-B5D988931586}"/>
          </ac:spMkLst>
        </pc:spChg>
        <pc:spChg chg="add mod">
          <ac:chgData name="carlos araya" userId="e6d0fb485b602df9" providerId="LiveId" clId="{C0A0FC26-6969-4E34-87D4-E572CD835DB4}" dt="2026-08-24T21:59:37.878" v="846" actId="1076"/>
          <ac:spMkLst>
            <pc:docMk/>
            <pc:sldMk cId="1199811091" sldId="265"/>
            <ac:spMk id="23" creationId="{2EABA475-89E7-F961-991F-B2C642CAAE20}"/>
          </ac:spMkLst>
        </pc:spChg>
        <pc:spChg chg="add mod">
          <ac:chgData name="carlos araya" userId="e6d0fb485b602df9" providerId="LiveId" clId="{C0A0FC26-6969-4E34-87D4-E572CD835DB4}" dt="2026-08-24T21:59:32.895" v="844" actId="1076"/>
          <ac:spMkLst>
            <pc:docMk/>
            <pc:sldMk cId="1199811091" sldId="265"/>
            <ac:spMk id="24" creationId="{5343D910-AAA5-F0C3-2787-3FC5380AED8C}"/>
          </ac:spMkLst>
        </pc:spChg>
        <pc:spChg chg="add mod">
          <ac:chgData name="carlos araya" userId="e6d0fb485b602df9" providerId="LiveId" clId="{C0A0FC26-6969-4E34-87D4-E572CD835DB4}" dt="2026-08-24T21:59:28.946" v="842" actId="1076"/>
          <ac:spMkLst>
            <pc:docMk/>
            <pc:sldMk cId="1199811091" sldId="265"/>
            <ac:spMk id="25" creationId="{5ADE3D99-E9C8-EB47-9608-B0BA941499EB}"/>
          </ac:spMkLst>
        </pc:spChg>
        <pc:spChg chg="add mod">
          <ac:chgData name="carlos araya" userId="e6d0fb485b602df9" providerId="LiveId" clId="{C0A0FC26-6969-4E34-87D4-E572CD835DB4}" dt="2026-08-24T21:59:21.347" v="840" actId="1076"/>
          <ac:spMkLst>
            <pc:docMk/>
            <pc:sldMk cId="1199811091" sldId="265"/>
            <ac:spMk id="26" creationId="{8C8832AD-F497-F717-C5B0-C08FFB19EEB1}"/>
          </ac:spMkLst>
        </pc:spChg>
        <pc:spChg chg="add mod">
          <ac:chgData name="carlos araya" userId="e6d0fb485b602df9" providerId="LiveId" clId="{C0A0FC26-6969-4E34-87D4-E572CD835DB4}" dt="2026-08-24T21:59:11.746" v="837" actId="1076"/>
          <ac:spMkLst>
            <pc:docMk/>
            <pc:sldMk cId="1199811091" sldId="265"/>
            <ac:spMk id="27" creationId="{B19D17BE-3D4F-43C6-CE44-0FA007564437}"/>
          </ac:spMkLst>
        </pc:spChg>
        <pc:spChg chg="mod">
          <ac:chgData name="carlos araya" userId="e6d0fb485b602df9" providerId="LiveId" clId="{C0A0FC26-6969-4E34-87D4-E572CD835DB4}" dt="2026-08-24T21:59:15.068" v="838" actId="1076"/>
          <ac:spMkLst>
            <pc:docMk/>
            <pc:sldMk cId="1199811091" sldId="265"/>
            <ac:spMk id="28" creationId="{646868BD-D2C0-EEC3-5F32-583E2BD5BDF6}"/>
          </ac:spMkLst>
        </pc:spChg>
        <pc:spChg chg="add mod">
          <ac:chgData name="carlos araya" userId="e6d0fb485b602df9" providerId="LiveId" clId="{C0A0FC26-6969-4E34-87D4-E572CD835DB4}" dt="2026-08-24T21:59:51.606" v="850" actId="1076"/>
          <ac:spMkLst>
            <pc:docMk/>
            <pc:sldMk cId="1199811091" sldId="265"/>
            <ac:spMk id="29" creationId="{38A45A08-46DB-8ACC-8E26-8E45DEE06CBF}"/>
          </ac:spMkLst>
        </pc:spChg>
        <pc:spChg chg="add mod">
          <ac:chgData name="carlos araya" userId="e6d0fb485b602df9" providerId="LiveId" clId="{C0A0FC26-6969-4E34-87D4-E572CD835DB4}" dt="2026-08-24T21:59:48.165" v="849" actId="1076"/>
          <ac:spMkLst>
            <pc:docMk/>
            <pc:sldMk cId="1199811091" sldId="265"/>
            <ac:spMk id="30" creationId="{AA9683F7-5B7B-12BA-8E17-FF77419A7A49}"/>
          </ac:spMkLst>
        </pc:spChg>
        <pc:spChg chg="add mod">
          <ac:chgData name="carlos araya" userId="e6d0fb485b602df9" providerId="LiveId" clId="{C0A0FC26-6969-4E34-87D4-E572CD835DB4}" dt="2026-08-24T21:59:45.224" v="848" actId="1076"/>
          <ac:spMkLst>
            <pc:docMk/>
            <pc:sldMk cId="1199811091" sldId="265"/>
            <ac:spMk id="31" creationId="{FF1339DE-28CF-D1AC-1D04-7DCDDBFE380A}"/>
          </ac:spMkLst>
        </pc:spChg>
        <pc:spChg chg="mod">
          <ac:chgData name="carlos araya" userId="e6d0fb485b602df9" providerId="LiveId" clId="{C0A0FC26-6969-4E34-87D4-E572CD835DB4}" dt="2026-08-24T21:59:41.989" v="847" actId="1076"/>
          <ac:spMkLst>
            <pc:docMk/>
            <pc:sldMk cId="1199811091" sldId="265"/>
            <ac:spMk id="32" creationId="{28A4929F-7CC2-95C5-7631-46A98D768E64}"/>
          </ac:spMkLst>
        </pc:spChg>
        <pc:spChg chg="add mod">
          <ac:chgData name="carlos araya" userId="e6d0fb485b602df9" providerId="LiveId" clId="{C0A0FC26-6969-4E34-87D4-E572CD835DB4}" dt="2026-08-24T21:55:50.433" v="764" actId="1076"/>
          <ac:spMkLst>
            <pc:docMk/>
            <pc:sldMk cId="1199811091" sldId="265"/>
            <ac:spMk id="33" creationId="{E4AE063B-D70C-9302-E96F-7AAF4E5F718E}"/>
          </ac:spMkLst>
        </pc:spChg>
        <pc:spChg chg="add mod">
          <ac:chgData name="carlos araya" userId="e6d0fb485b602df9" providerId="LiveId" clId="{C0A0FC26-6969-4E34-87D4-E572CD835DB4}" dt="2026-08-24T21:56:17.537" v="769" actId="14100"/>
          <ac:spMkLst>
            <pc:docMk/>
            <pc:sldMk cId="1199811091" sldId="265"/>
            <ac:spMk id="35" creationId="{22DF0A5C-DBC5-3C5D-F0DE-4CDB8E717FF1}"/>
          </ac:spMkLst>
        </pc:spChg>
        <pc:spChg chg="add mod">
          <ac:chgData name="carlos araya" userId="e6d0fb485b602df9" providerId="LiveId" clId="{C0A0FC26-6969-4E34-87D4-E572CD835DB4}" dt="2026-08-24T21:57:07.521" v="782" actId="207"/>
          <ac:spMkLst>
            <pc:docMk/>
            <pc:sldMk cId="1199811091" sldId="265"/>
            <ac:spMk id="36" creationId="{CC55A043-C5F5-D652-2483-D31E8141609B}"/>
          </ac:spMkLst>
        </pc:spChg>
        <pc:grpChg chg="add mod">
          <ac:chgData name="carlos araya" userId="e6d0fb485b602df9" providerId="LiveId" clId="{C0A0FC26-6969-4E34-87D4-E572CD835DB4}" dt="2026-08-24T21:10:50.737" v="5"/>
          <ac:grpSpMkLst>
            <pc:docMk/>
            <pc:sldMk cId="1199811091" sldId="265"/>
            <ac:grpSpMk id="2" creationId="{A5E2037C-AD20-4CE4-0F50-EB59F7F2C61B}"/>
          </ac:grpSpMkLst>
        </pc:grpChg>
        <pc:grpChg chg="add mod">
          <ac:chgData name="carlos araya" userId="e6d0fb485b602df9" providerId="LiveId" clId="{C0A0FC26-6969-4E34-87D4-E572CD835DB4}" dt="2026-08-24T21:10:50.737" v="5"/>
          <ac:grpSpMkLst>
            <pc:docMk/>
            <pc:sldMk cId="1199811091" sldId="265"/>
            <ac:grpSpMk id="7" creationId="{6E249A35-6B75-7E6B-10F0-6374401916BC}"/>
          </ac:grpSpMkLst>
        </pc:grpChg>
        <pc:graphicFrameChg chg="add del mod modGraphic">
          <ac:chgData name="carlos araya" userId="e6d0fb485b602df9" providerId="LiveId" clId="{C0A0FC26-6969-4E34-87D4-E572CD835DB4}" dt="2026-08-24T21:38:15.241" v="579" actId="21"/>
          <ac:graphicFrameMkLst>
            <pc:docMk/>
            <pc:sldMk cId="1199811091" sldId="265"/>
            <ac:graphicFrameMk id="15" creationId="{5F980C5E-FEAA-9E3A-8074-9013E7A859F6}"/>
          </ac:graphicFrameMkLst>
        </pc:graphicFrameChg>
        <pc:picChg chg="mod">
          <ac:chgData name="carlos araya" userId="e6d0fb485b602df9" providerId="LiveId" clId="{C0A0FC26-6969-4E34-87D4-E572CD835DB4}" dt="2026-08-24T21:10:50.737" v="5"/>
          <ac:picMkLst>
            <pc:docMk/>
            <pc:sldMk cId="1199811091" sldId="265"/>
            <ac:picMk id="8" creationId="{360EC0E8-66DA-BC5B-A7DE-9C27D1C3A1E5}"/>
          </ac:picMkLst>
        </pc:picChg>
        <pc:picChg chg="mod">
          <ac:chgData name="carlos araya" userId="e6d0fb485b602df9" providerId="LiveId" clId="{C0A0FC26-6969-4E34-87D4-E572CD835DB4}" dt="2026-08-24T21:10:50.737" v="5"/>
          <ac:picMkLst>
            <pc:docMk/>
            <pc:sldMk cId="1199811091" sldId="265"/>
            <ac:picMk id="12" creationId="{560211B4-07E8-6669-3EB9-94499AA4FBE8}"/>
          </ac:picMkLst>
        </pc:picChg>
        <pc:picChg chg="add mod">
          <ac:chgData name="carlos araya" userId="e6d0fb485b602df9" providerId="LiveId" clId="{C0A0FC26-6969-4E34-87D4-E572CD835DB4}" dt="2026-08-24T21:10:50.737" v="5"/>
          <ac:picMkLst>
            <pc:docMk/>
            <pc:sldMk cId="1199811091" sldId="265"/>
            <ac:picMk id="13" creationId="{60710397-1883-019E-6F7C-10AD9B41B10A}"/>
          </ac:picMkLst>
        </pc:picChg>
        <pc:picChg chg="add ord">
          <ac:chgData name="carlos araya" userId="e6d0fb485b602df9" providerId="LiveId" clId="{C0A0FC26-6969-4E34-87D4-E572CD835DB4}" dt="2026-08-25T17:54:54.975" v="979" actId="167"/>
          <ac:picMkLst>
            <pc:docMk/>
            <pc:sldMk cId="1199811091" sldId="265"/>
            <ac:picMk id="15" creationId="{3D89B112-946E-E975-BB00-6DF620EDD528}"/>
          </ac:picMkLst>
        </pc:picChg>
        <pc:picChg chg="add del mod">
          <ac:chgData name="carlos araya" userId="e6d0fb485b602df9" providerId="LiveId" clId="{C0A0FC26-6969-4E34-87D4-E572CD835DB4}" dt="2026-08-24T21:58:20.061" v="794" actId="478"/>
          <ac:picMkLst>
            <pc:docMk/>
            <pc:sldMk cId="1199811091" sldId="265"/>
            <ac:picMk id="17" creationId="{F417625E-3B48-A425-F0BA-4EF0D2A340A8}"/>
          </ac:picMkLst>
        </pc:picChg>
        <pc:picChg chg="add del ord">
          <ac:chgData name="carlos araya" userId="e6d0fb485b602df9" providerId="LiveId" clId="{C0A0FC26-6969-4E34-87D4-E572CD835DB4}" dt="2026-08-25T17:54:51.556" v="977" actId="478"/>
          <ac:picMkLst>
            <pc:docMk/>
            <pc:sldMk cId="1199811091" sldId="265"/>
            <ac:picMk id="39" creationId="{C58AF37E-B04F-FA0D-A9DF-1B4B368AF74C}"/>
          </ac:picMkLst>
        </pc:picChg>
        <pc:cxnChg chg="mod">
          <ac:chgData name="carlos araya" userId="e6d0fb485b602df9" providerId="LiveId" clId="{C0A0FC26-6969-4E34-87D4-E572CD835DB4}" dt="2026-08-24T21:59:56.492" v="853" actId="14100"/>
          <ac:cxnSpMkLst>
            <pc:docMk/>
            <pc:sldMk cId="1199811091" sldId="265"/>
            <ac:cxnSpMk id="21" creationId="{8E7E9731-C324-E7ED-F91D-CEC5B8E0D73F}"/>
          </ac:cxnSpMkLst>
        </pc:cxnChg>
        <pc:cxnChg chg="add mod">
          <ac:chgData name="carlos araya" userId="e6d0fb485b602df9" providerId="LiveId" clId="{C0A0FC26-6969-4E34-87D4-E572CD835DB4}" dt="2026-08-24T21:58:50.191" v="834" actId="14100"/>
          <ac:cxnSpMkLst>
            <pc:docMk/>
            <pc:sldMk cId="1199811091" sldId="265"/>
            <ac:cxnSpMk id="37" creationId="{5795BD45-8883-AA13-8BEF-6BD7CAF6A341}"/>
          </ac:cxnSpMkLst>
        </pc:cxnChg>
      </pc:sldChg>
      <pc:sldChg chg="addSp delSp modSp mod">
        <pc:chgData name="carlos araya" userId="e6d0fb485b602df9" providerId="LiveId" clId="{C0A0FC26-6969-4E34-87D4-E572CD835DB4}" dt="2026-08-25T17:55:01.867" v="982" actId="167"/>
        <pc:sldMkLst>
          <pc:docMk/>
          <pc:sldMk cId="942722980" sldId="266"/>
        </pc:sldMkLst>
        <pc:spChg chg="mod">
          <ac:chgData name="carlos araya" userId="e6d0fb485b602df9" providerId="LiveId" clId="{C0A0FC26-6969-4E34-87D4-E572CD835DB4}" dt="2026-08-24T21:10:52.039" v="6"/>
          <ac:spMkLst>
            <pc:docMk/>
            <pc:sldMk cId="942722980" sldId="266"/>
            <ac:spMk id="3" creationId="{9D37D222-241C-76C5-49A2-A179837EFC57}"/>
          </ac:spMkLst>
        </pc:spChg>
        <pc:spChg chg="mod">
          <ac:chgData name="carlos araya" userId="e6d0fb485b602df9" providerId="LiveId" clId="{C0A0FC26-6969-4E34-87D4-E572CD835DB4}" dt="2026-08-24T21:10:52.039" v="6"/>
          <ac:spMkLst>
            <pc:docMk/>
            <pc:sldMk cId="942722980" sldId="266"/>
            <ac:spMk id="4" creationId="{0C578AB8-1EC5-5AD8-9187-1184455A7538}"/>
          </ac:spMkLst>
        </pc:spChg>
        <pc:spChg chg="mod">
          <ac:chgData name="carlos araya" userId="e6d0fb485b602df9" providerId="LiveId" clId="{C0A0FC26-6969-4E34-87D4-E572CD835DB4}" dt="2026-08-24T21:10:52.039" v="6"/>
          <ac:spMkLst>
            <pc:docMk/>
            <pc:sldMk cId="942722980" sldId="266"/>
            <ac:spMk id="5" creationId="{09BE1861-2F61-07DF-F0F3-6EC54AF1E057}"/>
          </ac:spMkLst>
        </pc:spChg>
        <pc:spChg chg="mod">
          <ac:chgData name="carlos araya" userId="e6d0fb485b602df9" providerId="LiveId" clId="{C0A0FC26-6969-4E34-87D4-E572CD835DB4}" dt="2026-08-24T21:11:19.714" v="14" actId="20577"/>
          <ac:spMkLst>
            <pc:docMk/>
            <pc:sldMk cId="942722980" sldId="266"/>
            <ac:spMk id="9" creationId="{095BF073-A122-DA5C-E434-B98F8D93C092}"/>
          </ac:spMkLst>
        </pc:spChg>
        <pc:spChg chg="mod">
          <ac:chgData name="carlos araya" userId="e6d0fb485b602df9" providerId="LiveId" clId="{C0A0FC26-6969-4E34-87D4-E572CD835DB4}" dt="2026-08-24T21:10:52.039" v="6"/>
          <ac:spMkLst>
            <pc:docMk/>
            <pc:sldMk cId="942722980" sldId="266"/>
            <ac:spMk id="10" creationId="{90D0A13D-86A7-B084-9C36-0C9F46BECD43}"/>
          </ac:spMkLst>
        </pc:spChg>
        <pc:spChg chg="add mod">
          <ac:chgData name="carlos araya" userId="e6d0fb485b602df9" providerId="LiveId" clId="{C0A0FC26-6969-4E34-87D4-E572CD835DB4}" dt="2026-08-24T22:07:39.127" v="862" actId="1076"/>
          <ac:spMkLst>
            <pc:docMk/>
            <pc:sldMk cId="942722980" sldId="266"/>
            <ac:spMk id="16" creationId="{0B835A39-1D0D-ADFD-FE80-5C19EE7269DD}"/>
          </ac:spMkLst>
        </pc:spChg>
        <pc:spChg chg="add mod">
          <ac:chgData name="carlos araya" userId="e6d0fb485b602df9" providerId="LiveId" clId="{C0A0FC26-6969-4E34-87D4-E572CD835DB4}" dt="2026-08-24T22:13:54.974" v="953" actId="1076"/>
          <ac:spMkLst>
            <pc:docMk/>
            <pc:sldMk cId="942722980" sldId="266"/>
            <ac:spMk id="17" creationId="{696191EC-84D8-E585-46F6-8233C367B411}"/>
          </ac:spMkLst>
        </pc:spChg>
        <pc:spChg chg="add mod">
          <ac:chgData name="carlos araya" userId="e6d0fb485b602df9" providerId="LiveId" clId="{C0A0FC26-6969-4E34-87D4-E572CD835DB4}" dt="2026-08-24T22:09:24.545" v="893" actId="1076"/>
          <ac:spMkLst>
            <pc:docMk/>
            <pc:sldMk cId="942722980" sldId="266"/>
            <ac:spMk id="20" creationId="{4B915914-B1F9-5482-FBCC-7586370329FA}"/>
          </ac:spMkLst>
        </pc:spChg>
        <pc:spChg chg="add mod">
          <ac:chgData name="carlos araya" userId="e6d0fb485b602df9" providerId="LiveId" clId="{C0A0FC26-6969-4E34-87D4-E572CD835DB4}" dt="2026-08-24T22:09:22.241" v="892" actId="1076"/>
          <ac:spMkLst>
            <pc:docMk/>
            <pc:sldMk cId="942722980" sldId="266"/>
            <ac:spMk id="22" creationId="{AC99B1BF-91D8-B7CE-6017-CBBAFA6E52A2}"/>
          </ac:spMkLst>
        </pc:spChg>
        <pc:spChg chg="add mod">
          <ac:chgData name="carlos araya" userId="e6d0fb485b602df9" providerId="LiveId" clId="{C0A0FC26-6969-4E34-87D4-E572CD835DB4}" dt="2026-08-24T22:09:20.684" v="891" actId="1076"/>
          <ac:spMkLst>
            <pc:docMk/>
            <pc:sldMk cId="942722980" sldId="266"/>
            <ac:spMk id="24" creationId="{E8FE352E-CC48-903D-BC80-D98F28AD36DD}"/>
          </ac:spMkLst>
        </pc:spChg>
        <pc:spChg chg="add mod">
          <ac:chgData name="carlos araya" userId="e6d0fb485b602df9" providerId="LiveId" clId="{C0A0FC26-6969-4E34-87D4-E572CD835DB4}" dt="2026-08-24T22:09:34.070" v="896" actId="1076"/>
          <ac:spMkLst>
            <pc:docMk/>
            <pc:sldMk cId="942722980" sldId="266"/>
            <ac:spMk id="26" creationId="{E099236E-4B74-836C-13FE-CB7EDC1C3A34}"/>
          </ac:spMkLst>
        </pc:spChg>
        <pc:spChg chg="add mod">
          <ac:chgData name="carlos araya" userId="e6d0fb485b602df9" providerId="LiveId" clId="{C0A0FC26-6969-4E34-87D4-E572CD835DB4}" dt="2026-08-24T22:09:55.424" v="897" actId="1076"/>
          <ac:spMkLst>
            <pc:docMk/>
            <pc:sldMk cId="942722980" sldId="266"/>
            <ac:spMk id="28" creationId="{92DBF80A-7199-7279-69C1-D23077F3DC3F}"/>
          </ac:spMkLst>
        </pc:spChg>
        <pc:spChg chg="add mod">
          <ac:chgData name="carlos araya" userId="e6d0fb485b602df9" providerId="LiveId" clId="{C0A0FC26-6969-4E34-87D4-E572CD835DB4}" dt="2026-08-24T22:09:59.784" v="898" actId="1076"/>
          <ac:spMkLst>
            <pc:docMk/>
            <pc:sldMk cId="942722980" sldId="266"/>
            <ac:spMk id="30" creationId="{33E5B7FC-B8AA-35FE-6F82-D7FBE6F21487}"/>
          </ac:spMkLst>
        </pc:spChg>
        <pc:spChg chg="add mod">
          <ac:chgData name="carlos araya" userId="e6d0fb485b602df9" providerId="LiveId" clId="{C0A0FC26-6969-4E34-87D4-E572CD835DB4}" dt="2026-08-24T22:11:17.242" v="920" actId="207"/>
          <ac:spMkLst>
            <pc:docMk/>
            <pc:sldMk cId="942722980" sldId="266"/>
            <ac:spMk id="33" creationId="{F1692650-07B2-7656-F25E-3AC45135569B}"/>
          </ac:spMkLst>
        </pc:spChg>
        <pc:spChg chg="add mod">
          <ac:chgData name="carlos araya" userId="e6d0fb485b602df9" providerId="LiveId" clId="{C0A0FC26-6969-4E34-87D4-E572CD835DB4}" dt="2026-08-24T22:11:43.400" v="924"/>
          <ac:spMkLst>
            <pc:docMk/>
            <pc:sldMk cId="942722980" sldId="266"/>
            <ac:spMk id="35" creationId="{F61D9CE6-73EE-0C48-B0C4-7AE6582EE261}"/>
          </ac:spMkLst>
        </pc:spChg>
        <pc:spChg chg="add mod">
          <ac:chgData name="carlos araya" userId="e6d0fb485b602df9" providerId="LiveId" clId="{C0A0FC26-6969-4E34-87D4-E572CD835DB4}" dt="2026-08-24T22:12:05.667" v="928"/>
          <ac:spMkLst>
            <pc:docMk/>
            <pc:sldMk cId="942722980" sldId="266"/>
            <ac:spMk id="37" creationId="{329A6455-C6B7-4FDF-0939-1494D662CF8A}"/>
          </ac:spMkLst>
        </pc:spChg>
        <pc:spChg chg="add mod">
          <ac:chgData name="carlos araya" userId="e6d0fb485b602df9" providerId="LiveId" clId="{C0A0FC26-6969-4E34-87D4-E572CD835DB4}" dt="2026-08-24T22:12:26.211" v="934" actId="14100"/>
          <ac:spMkLst>
            <pc:docMk/>
            <pc:sldMk cId="942722980" sldId="266"/>
            <ac:spMk id="39" creationId="{722165DC-312D-EACF-0DCF-93BABFE71411}"/>
          </ac:spMkLst>
        </pc:spChg>
        <pc:spChg chg="add mod">
          <ac:chgData name="carlos araya" userId="e6d0fb485b602df9" providerId="LiveId" clId="{C0A0FC26-6969-4E34-87D4-E572CD835DB4}" dt="2026-08-24T22:13:31.002" v="949" actId="1076"/>
          <ac:spMkLst>
            <pc:docMk/>
            <pc:sldMk cId="942722980" sldId="266"/>
            <ac:spMk id="40" creationId="{E463E7BE-4A7F-DB70-2618-416ECE5D77E1}"/>
          </ac:spMkLst>
        </pc:spChg>
        <pc:grpChg chg="add mod">
          <ac:chgData name="carlos araya" userId="e6d0fb485b602df9" providerId="LiveId" clId="{C0A0FC26-6969-4E34-87D4-E572CD835DB4}" dt="2026-08-24T21:10:52.039" v="6"/>
          <ac:grpSpMkLst>
            <pc:docMk/>
            <pc:sldMk cId="942722980" sldId="266"/>
            <ac:grpSpMk id="2" creationId="{5CD73B55-2AF4-A67A-39A0-F45E226AFEB9}"/>
          </ac:grpSpMkLst>
        </pc:grpChg>
        <pc:grpChg chg="add mod">
          <ac:chgData name="carlos araya" userId="e6d0fb485b602df9" providerId="LiveId" clId="{C0A0FC26-6969-4E34-87D4-E572CD835DB4}" dt="2026-08-24T21:10:52.039" v="6"/>
          <ac:grpSpMkLst>
            <pc:docMk/>
            <pc:sldMk cId="942722980" sldId="266"/>
            <ac:grpSpMk id="7" creationId="{854246F0-E873-6E82-4924-AFB21E73B44A}"/>
          </ac:grpSpMkLst>
        </pc:grpChg>
        <pc:picChg chg="mod">
          <ac:chgData name="carlos araya" userId="e6d0fb485b602df9" providerId="LiveId" clId="{C0A0FC26-6969-4E34-87D4-E572CD835DB4}" dt="2026-08-24T21:10:52.039" v="6"/>
          <ac:picMkLst>
            <pc:docMk/>
            <pc:sldMk cId="942722980" sldId="266"/>
            <ac:picMk id="8" creationId="{8E989413-2CB1-3E73-FE42-A45F83FC318D}"/>
          </ac:picMkLst>
        </pc:picChg>
        <pc:picChg chg="mod">
          <ac:chgData name="carlos araya" userId="e6d0fb485b602df9" providerId="LiveId" clId="{C0A0FC26-6969-4E34-87D4-E572CD835DB4}" dt="2026-08-24T21:10:52.039" v="6"/>
          <ac:picMkLst>
            <pc:docMk/>
            <pc:sldMk cId="942722980" sldId="266"/>
            <ac:picMk id="12" creationId="{CB29B2DA-087D-A9A0-8D4C-75BF84B9DBA4}"/>
          </ac:picMkLst>
        </pc:picChg>
        <pc:picChg chg="add mod">
          <ac:chgData name="carlos araya" userId="e6d0fb485b602df9" providerId="LiveId" clId="{C0A0FC26-6969-4E34-87D4-E572CD835DB4}" dt="2026-08-24T21:10:52.039" v="6"/>
          <ac:picMkLst>
            <pc:docMk/>
            <pc:sldMk cId="942722980" sldId="266"/>
            <ac:picMk id="13" creationId="{E3337A48-4842-CF1A-86B1-4FEFD3795C8D}"/>
          </ac:picMkLst>
        </pc:picChg>
        <pc:picChg chg="add del mod ord">
          <ac:chgData name="carlos araya" userId="e6d0fb485b602df9" providerId="LiveId" clId="{C0A0FC26-6969-4E34-87D4-E572CD835DB4}" dt="2026-08-24T22:13:37.448" v="950" actId="478"/>
          <ac:picMkLst>
            <pc:docMk/>
            <pc:sldMk cId="942722980" sldId="266"/>
            <ac:picMk id="15" creationId="{C2A8A924-0374-C5C7-1C4A-C01979F9C1C1}"/>
          </ac:picMkLst>
        </pc:picChg>
        <pc:picChg chg="add ord">
          <ac:chgData name="carlos araya" userId="e6d0fb485b602df9" providerId="LiveId" clId="{C0A0FC26-6969-4E34-87D4-E572CD835DB4}" dt="2026-08-25T17:55:01.867" v="982" actId="167"/>
          <ac:picMkLst>
            <pc:docMk/>
            <pc:sldMk cId="942722980" sldId="266"/>
            <ac:picMk id="15" creationId="{E91A386A-0460-A96A-FE1B-1C116E3454DB}"/>
          </ac:picMkLst>
        </pc:picChg>
        <pc:picChg chg="add del ord">
          <ac:chgData name="carlos araya" userId="e6d0fb485b602df9" providerId="LiveId" clId="{C0A0FC26-6969-4E34-87D4-E572CD835DB4}" dt="2026-08-25T17:54:57.993" v="980" actId="478"/>
          <ac:picMkLst>
            <pc:docMk/>
            <pc:sldMk cId="942722980" sldId="266"/>
            <ac:picMk id="42" creationId="{8350984C-B3AF-A48A-C105-A3ABCE327FC5}"/>
          </ac:picMkLst>
        </pc:picChg>
        <pc:cxnChg chg="add mod">
          <ac:chgData name="carlos araya" userId="e6d0fb485b602df9" providerId="LiveId" clId="{C0A0FC26-6969-4E34-87D4-E572CD835DB4}" dt="2026-08-24T22:13:56.764" v="954" actId="1076"/>
          <ac:cxnSpMkLst>
            <pc:docMk/>
            <pc:sldMk cId="942722980" sldId="266"/>
            <ac:cxnSpMk id="18" creationId="{E1D833EA-AD92-3581-5082-826F40A5058F}"/>
          </ac:cxnSpMkLst>
        </pc:cxnChg>
        <pc:cxnChg chg="add mod ord">
          <ac:chgData name="carlos araya" userId="e6d0fb485b602df9" providerId="LiveId" clId="{C0A0FC26-6969-4E34-87D4-E572CD835DB4}" dt="2026-08-24T22:10:28.726" v="907" actId="167"/>
          <ac:cxnSpMkLst>
            <pc:docMk/>
            <pc:sldMk cId="942722980" sldId="266"/>
            <ac:cxnSpMk id="32" creationId="{E28BC748-8304-91CC-A405-5200D477B71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A2173-2289-4A9F-BC36-5B710C4D3E06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8742B-81F4-4D0A-B0F7-579C5140FE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33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838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988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769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C14CF-4D2C-E1D2-90A3-1C39B489F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0FE20-2136-425C-7DF5-40DD88F6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D4055-E52D-3EC6-CDF6-E9057AB8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9B075-E7D7-204D-087E-F7C29D8B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7017A-2F18-3DDB-BEC6-66AD9104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41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91CF-97DA-A986-3DF0-91B64CAC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571B1-5C49-AA57-F049-E62DD9B0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7D312-27EE-813D-4346-581CAA1D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F2409-F63C-6E27-BABF-E5BD9829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2A669-54A3-D001-B727-BD0B1885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60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C80F6-11EB-7EFD-4112-64F55FDD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C2DB3-F2A4-D72C-44C9-7F965CF5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040F1-5C67-E08E-9238-81BAF815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6C4A5-281D-4197-AF67-8A7812B6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B88F4-E1B3-D8F1-E87B-E4CC7F46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5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FA7B5-8128-A3D3-18FC-DF051AC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0BF64-F055-74BE-0C14-4060D8E07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D5D10E-6893-7A59-4A30-16284F100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431D57-20D7-8149-B228-4F7164ED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5FD30-642E-810B-B8AA-C2B47C17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84C1F-B4DC-1955-F18F-F89B6A75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4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40E98-9801-1E33-1DCC-2E944FF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B9EA6-F885-F2BB-BB51-9DD05A7A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3409D0-FDB0-6DCA-1C03-C43BCE784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82A3CC-6CB5-16B9-F714-B0AFFDA2A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C16B0-ACE4-836E-D3BA-4CFF38438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4B3149-7F77-69C0-B3C5-2915C5B0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C1AAB5-5B3A-E126-7B3C-0196D87E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1369EB-634B-CB53-3A8C-5885CE7D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85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CC79-7E20-3ACB-76BC-D1FE035F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E0A2F5-5561-2122-97EA-F3D6AD2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CDE3D8-BAE8-FE63-FA43-2D4FBD47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4D7D6B-ED4F-2673-6F6F-C721731F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293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B66A1F-3EAB-6BA4-9F2F-332FEBA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3118C8-F115-F7A1-8DF4-6EF18297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FB715-D69E-7DBB-44EA-9906FC26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50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7E6EF-151F-9665-2CBD-86F79EA8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544A0-BF6B-C783-1638-BA7CBC3A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CF4C5-4B87-C46A-DEB8-E4132D421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2849C-4C5C-2847-940E-3E9C3E44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3FFAE8-AE09-B11D-9898-D7E24E21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C027B-4A6B-2D04-D68C-04BEAEEB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589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37BAE-759F-2159-F3D9-B77EB88A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370057-FA56-FE74-1945-EADD0F351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59A018-DB57-06E8-BFDA-AC543930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6FE7A-CFFB-B8D1-ED04-A72C3853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A38814-3758-63A4-576C-212A0F03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E4830-033E-5DDA-47BD-652D92FA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511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649A-B42E-A2B3-1218-DBE027ED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D4F82-FD1B-63A9-58E9-A76C6E099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A303CD-DEC6-D8B7-1E7F-FDFF2C0A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CFC4-FCB7-A353-81A9-94AB5066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FDB8E-6F67-E72E-0AD6-0D017C28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987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965078-E1F3-3C29-5240-0FC9C15A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10F72C-D2A4-4C18-4908-7A90AF44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2F814A-7D38-0407-F2CE-884BBCFC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C76F-A6B4-4829-D619-1FFF30D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27323D-59F4-429D-7C69-037FC0A4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2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A655BC-98A0-4920-A673-55763995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D65A0-693E-5D1D-820C-1E5A56FE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4A6CD9-F47A-4547-885F-516BA1984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74D7-8D83-4C70-BCF0-236F4D4FBFF9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0D01E-2D7D-6E92-FACA-A96C2E4D0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3FD35-9A87-F2FA-DDFB-891776E73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51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186E-EDF9-BB6C-ACC9-4071D7A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A07EAB-BD97-1533-B899-B4E17522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7" name="Hexágono 16">
            <a:extLst>
              <a:ext uri="{FF2B5EF4-FFF2-40B4-BE49-F238E27FC236}">
                <a16:creationId xmlns:a16="http://schemas.microsoft.com/office/drawing/2014/main" id="{CECE04F8-0312-C3A1-3899-CF3D87AD7BA9}"/>
              </a:ext>
            </a:extLst>
          </p:cNvPr>
          <p:cNvSpPr/>
          <p:nvPr/>
        </p:nvSpPr>
        <p:spPr>
          <a:xfrm rot="5400000">
            <a:off x="7137592" y="520044"/>
            <a:ext cx="970161" cy="834189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946E67EE-5AB2-C0D8-9597-CB1F51EED898}"/>
              </a:ext>
            </a:extLst>
          </p:cNvPr>
          <p:cNvSpPr>
            <a:spLocks noChangeAspect="1"/>
          </p:cNvSpPr>
          <p:nvPr/>
        </p:nvSpPr>
        <p:spPr>
          <a:xfrm rot="5400000">
            <a:off x="5743717" y="3695219"/>
            <a:ext cx="879227" cy="756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9B4BD62D-A88E-5CDF-6774-A38F07B2BBE5}"/>
              </a:ext>
            </a:extLst>
          </p:cNvPr>
          <p:cNvSpPr>
            <a:spLocks noChangeAspect="1"/>
          </p:cNvSpPr>
          <p:nvPr/>
        </p:nvSpPr>
        <p:spPr>
          <a:xfrm rot="5400000">
            <a:off x="10466889" y="5186017"/>
            <a:ext cx="921095" cy="792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E9FC54E3-8950-1E23-FDB0-3BD795FEC542}"/>
              </a:ext>
            </a:extLst>
          </p:cNvPr>
          <p:cNvSpPr>
            <a:spLocks noChangeAspect="1"/>
          </p:cNvSpPr>
          <p:nvPr/>
        </p:nvSpPr>
        <p:spPr>
          <a:xfrm rot="5400000">
            <a:off x="11267692" y="3731219"/>
            <a:ext cx="795491" cy="684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5" name="Gráfico 24" descr="Database con relleno sólido">
            <a:extLst>
              <a:ext uri="{FF2B5EF4-FFF2-40B4-BE49-F238E27FC236}">
                <a16:creationId xmlns:a16="http://schemas.microsoft.com/office/drawing/2014/main" id="{8C38799A-DAD2-55FE-F3E2-2DD276857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3330" y="3692752"/>
            <a:ext cx="720000" cy="720000"/>
          </a:xfrm>
          <a:prstGeom prst="rect">
            <a:avLst/>
          </a:prstGeom>
        </p:spPr>
      </p:pic>
      <p:pic>
        <p:nvPicPr>
          <p:cNvPr id="27" name="Gráfico 26" descr="Smart Phone con relleno sólido">
            <a:extLst>
              <a:ext uri="{FF2B5EF4-FFF2-40B4-BE49-F238E27FC236}">
                <a16:creationId xmlns:a16="http://schemas.microsoft.com/office/drawing/2014/main" id="{E0A68A4C-1EB3-DBFE-FC13-35610EEE1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1544" y="5293489"/>
            <a:ext cx="663616" cy="621146"/>
          </a:xfrm>
          <a:prstGeom prst="rect">
            <a:avLst/>
          </a:prstGeom>
        </p:spPr>
      </p:pic>
      <p:pic>
        <p:nvPicPr>
          <p:cNvPr id="29" name="Gráfico 28" descr="Lock con relleno sólido">
            <a:extLst>
              <a:ext uri="{FF2B5EF4-FFF2-40B4-BE49-F238E27FC236}">
                <a16:creationId xmlns:a16="http://schemas.microsoft.com/office/drawing/2014/main" id="{F2091388-D6B4-130B-F7C6-4F80790CD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4076" y="3810425"/>
            <a:ext cx="547841" cy="525587"/>
          </a:xfrm>
          <a:prstGeom prst="rect">
            <a:avLst/>
          </a:prstGeom>
        </p:spPr>
      </p:pic>
      <p:pic>
        <p:nvPicPr>
          <p:cNvPr id="31" name="Gráfico 30" descr="Upload con relleno sólido">
            <a:extLst>
              <a:ext uri="{FF2B5EF4-FFF2-40B4-BE49-F238E27FC236}">
                <a16:creationId xmlns:a16="http://schemas.microsoft.com/office/drawing/2014/main" id="{7E2CA7E8-2609-6A3E-5FA2-637FC8E14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584" y="598051"/>
            <a:ext cx="642177" cy="637363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C52E30-DCD1-3D85-F924-E031F37B8894}"/>
              </a:ext>
            </a:extLst>
          </p:cNvPr>
          <p:cNvSpPr txBox="1"/>
          <p:nvPr/>
        </p:nvSpPr>
        <p:spPr>
          <a:xfrm>
            <a:off x="544945" y="365409"/>
            <a:ext cx="5278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solidFill>
                  <a:srgbClr val="0070C0"/>
                </a:solidFill>
                <a:latin typeface="Abadi" panose="020B0604020104020204" pitchFamily="34" charset="0"/>
              </a:rPr>
              <a:t>CAPSTONE · INGENIERÍA EN INFORMÁTICA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FCEC520-DE40-FBD2-074B-4EC2D0F6CCD0}"/>
              </a:ext>
            </a:extLst>
          </p:cNvPr>
          <p:cNvSpPr txBox="1"/>
          <p:nvPr/>
        </p:nvSpPr>
        <p:spPr>
          <a:xfrm>
            <a:off x="544945" y="678869"/>
            <a:ext cx="7398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CASO · DIRECCIÓN GENERAL DE CONCESIONES DE OBRAS PUBLICAS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5B2825C-83A2-B244-2B34-90018D619E51}"/>
              </a:ext>
            </a:extLst>
          </p:cNvPr>
          <p:cNvSpPr txBox="1"/>
          <p:nvPr/>
        </p:nvSpPr>
        <p:spPr>
          <a:xfrm>
            <a:off x="544945" y="846337"/>
            <a:ext cx="26456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600" b="1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GATI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C316CE1-284C-5B4B-4AE0-DF83F3074ED0}"/>
              </a:ext>
            </a:extLst>
          </p:cNvPr>
          <p:cNvSpPr txBox="1"/>
          <p:nvPr/>
        </p:nvSpPr>
        <p:spPr>
          <a:xfrm>
            <a:off x="560862" y="3347253"/>
            <a:ext cx="412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latin typeface="Arial Narrow" panose="020B0606020202030204" pitchFamily="34" charset="0"/>
              </a:rPr>
              <a:t>Trazabilidad verificable durante todo el </a:t>
            </a:r>
          </a:p>
          <a:p>
            <a:r>
              <a:rPr lang="es-CL" sz="2000" b="1" dirty="0">
                <a:latin typeface="Arial Narrow" panose="020B0606020202030204" pitchFamily="34" charset="0"/>
              </a:rPr>
              <a:t>ciclo de vida del activo.</a:t>
            </a:r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055562E0-26CE-36CE-92B7-86AF74334C4B}"/>
              </a:ext>
            </a:extLst>
          </p:cNvPr>
          <p:cNvGraphicFramePr>
            <a:graphicFrameLocks noGrp="1"/>
          </p:cNvGraphicFramePr>
          <p:nvPr/>
        </p:nvGraphicFramePr>
        <p:xfrm>
          <a:off x="561670" y="4188030"/>
          <a:ext cx="5085881" cy="2072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5773">
                  <a:extLst>
                    <a:ext uri="{9D8B030D-6E8A-4147-A177-3AD203B41FA5}">
                      <a16:colId xmlns:a16="http://schemas.microsoft.com/office/drawing/2014/main" val="1343934128"/>
                    </a:ext>
                  </a:extLst>
                </a:gridCol>
                <a:gridCol w="212691">
                  <a:extLst>
                    <a:ext uri="{9D8B030D-6E8A-4147-A177-3AD203B41FA5}">
                      <a16:colId xmlns:a16="http://schemas.microsoft.com/office/drawing/2014/main" val="847530165"/>
                    </a:ext>
                  </a:extLst>
                </a:gridCol>
                <a:gridCol w="3777417">
                  <a:extLst>
                    <a:ext uri="{9D8B030D-6E8A-4147-A177-3AD203B41FA5}">
                      <a16:colId xmlns:a16="http://schemas.microsoft.com/office/drawing/2014/main" val="166017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Asignatura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CAPSTONE_011V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91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Profesor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Fernando Herrera Francesconi.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24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28 de Agosto de 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7896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Integrantes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Carlos Araya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Eduardo Compan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4482321"/>
                  </a:ext>
                </a:extLst>
              </a:tr>
            </a:tbl>
          </a:graphicData>
        </a:graphic>
      </p:graphicFrame>
      <p:sp>
        <p:nvSpPr>
          <p:cNvPr id="39" name="CuadroTexto 38">
            <a:extLst>
              <a:ext uri="{FF2B5EF4-FFF2-40B4-BE49-F238E27FC236}">
                <a16:creationId xmlns:a16="http://schemas.microsoft.com/office/drawing/2014/main" id="{3A694859-DAC1-5ED2-2B2B-EFE65E726D72}"/>
              </a:ext>
            </a:extLst>
          </p:cNvPr>
          <p:cNvSpPr txBox="1"/>
          <p:nvPr/>
        </p:nvSpPr>
        <p:spPr>
          <a:xfrm>
            <a:off x="1016000" y="6399349"/>
            <a:ext cx="1665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Avance semanal</a:t>
            </a:r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E5DAAFFC-A10B-6F72-B497-ACA7A4543531}"/>
              </a:ext>
            </a:extLst>
          </p:cNvPr>
          <p:cNvSpPr>
            <a:spLocks noChangeAspect="1"/>
          </p:cNvSpPr>
          <p:nvPr/>
        </p:nvSpPr>
        <p:spPr>
          <a:xfrm>
            <a:off x="631172" y="6357382"/>
            <a:ext cx="360000" cy="360000"/>
          </a:xfrm>
          <a:prstGeom prst="flowChartConnector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2" name="Gráfico 41" descr="Daily calendar con relleno sólido">
            <a:extLst>
              <a:ext uri="{FF2B5EF4-FFF2-40B4-BE49-F238E27FC236}">
                <a16:creationId xmlns:a16="http://schemas.microsoft.com/office/drawing/2014/main" id="{A4B293F2-40EF-EB23-3F92-0B8FCD070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155" y="6378365"/>
            <a:ext cx="318033" cy="318033"/>
          </a:xfrm>
          <a:prstGeom prst="rect">
            <a:avLst/>
          </a:prstGeom>
        </p:spPr>
      </p:pic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B6889B5-1DFF-5E8B-FBC1-8966FB0EA6E3}"/>
              </a:ext>
            </a:extLst>
          </p:cNvPr>
          <p:cNvSpPr/>
          <p:nvPr/>
        </p:nvSpPr>
        <p:spPr>
          <a:xfrm>
            <a:off x="278101" y="319852"/>
            <a:ext cx="85521" cy="633682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ED6EEAE-D0B3-09A2-94C0-D4F85FCE2A74}"/>
              </a:ext>
            </a:extLst>
          </p:cNvPr>
          <p:cNvCxnSpPr/>
          <p:nvPr/>
        </p:nvCxnSpPr>
        <p:spPr>
          <a:xfrm>
            <a:off x="652155" y="6273244"/>
            <a:ext cx="3661363" cy="0"/>
          </a:xfrm>
          <a:prstGeom prst="line">
            <a:avLst/>
          </a:prstGeom>
          <a:ln>
            <a:solidFill>
              <a:srgbClr val="04E1F6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70D211E7-AD85-DB61-AE05-3E5D6BB53B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ECF18B8-FF40-2A9E-C960-400773E12BDE}"/>
              </a:ext>
            </a:extLst>
          </p:cNvPr>
          <p:cNvSpPr/>
          <p:nvPr/>
        </p:nvSpPr>
        <p:spPr>
          <a:xfrm>
            <a:off x="4884233" y="2381865"/>
            <a:ext cx="1584683" cy="914400"/>
          </a:xfrm>
          <a:prstGeom prst="roundRect">
            <a:avLst/>
          </a:prstGeom>
          <a:solidFill>
            <a:srgbClr val="F6F6F8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26A05BF-95A7-42F9-FD31-5ACE41F05391}"/>
              </a:ext>
            </a:extLst>
          </p:cNvPr>
          <p:cNvSpPr txBox="1"/>
          <p:nvPr/>
        </p:nvSpPr>
        <p:spPr>
          <a:xfrm>
            <a:off x="561670" y="2073008"/>
            <a:ext cx="6075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latin typeface="Abadi" panose="020B0604020104020204" pitchFamily="34" charset="0"/>
              </a:rPr>
              <a:t>Gestión de Activos</a:t>
            </a:r>
            <a:br>
              <a:rPr lang="es-CL" sz="3600" b="1" dirty="0">
                <a:latin typeface="Abadi" panose="020B0604020104020204" pitchFamily="34" charset="0"/>
              </a:rPr>
            </a:br>
            <a:r>
              <a:rPr lang="es-CL" sz="3600" b="1" dirty="0">
                <a:latin typeface="Abadi" panose="020B0604020104020204" pitchFamily="34" charset="0"/>
              </a:rPr>
              <a:t>Tecnológicos e Informáticos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D12DB09-85CB-C3AD-FA7C-3813BDED7D73}"/>
              </a:ext>
            </a:extLst>
          </p:cNvPr>
          <p:cNvCxnSpPr/>
          <p:nvPr/>
        </p:nvCxnSpPr>
        <p:spPr>
          <a:xfrm>
            <a:off x="2704269" y="6473317"/>
            <a:ext cx="0" cy="224758"/>
          </a:xfrm>
          <a:prstGeom prst="line">
            <a:avLst/>
          </a:prstGeom>
          <a:ln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78AEDCD7-9599-15C2-9E89-322243AB70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459" y="6381052"/>
            <a:ext cx="1436666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3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C2EBE4-612D-A276-CA1A-52A3DE4E7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9D885997-485F-A77A-65B2-688BAE0DB3FE}"/>
              </a:ext>
            </a:extLst>
          </p:cNvPr>
          <p:cNvSpPr/>
          <p:nvPr/>
        </p:nvSpPr>
        <p:spPr>
          <a:xfrm>
            <a:off x="407047" y="5107545"/>
            <a:ext cx="4782363" cy="1033246"/>
          </a:xfrm>
          <a:prstGeom prst="rect">
            <a:avLst/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C583B61-1A7A-8BDD-C8DA-5F893C7B92B1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A22F554F-CAA0-6467-CAB3-12CAAE27A922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1019D2C-2120-102A-9ACA-C3160978D115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8" name="Diagrama de flujo: conector 7">
              <a:extLst>
                <a:ext uri="{FF2B5EF4-FFF2-40B4-BE49-F238E27FC236}">
                  <a16:creationId xmlns:a16="http://schemas.microsoft.com/office/drawing/2014/main" id="{15DA9174-F9BB-33B8-AF07-0EB1A615E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DDA6E7B6-264A-F8C5-FA86-E6D4961A9936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AEACC36-4BA3-D0B9-5C0F-5460DBE8FFF9}"/>
              </a:ext>
            </a:extLst>
          </p:cNvPr>
          <p:cNvSpPr txBox="1"/>
          <p:nvPr/>
        </p:nvSpPr>
        <p:spPr>
          <a:xfrm>
            <a:off x="460987" y="647844"/>
            <a:ext cx="43683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>
                <a:solidFill>
                  <a:srgbClr val="002060"/>
                </a:solidFill>
                <a:latin typeface="Abadi" panose="020B0604020104020204" pitchFamily="34" charset="0"/>
              </a:rPr>
              <a:t>GATI nace de una </a:t>
            </a:r>
          </a:p>
          <a:p>
            <a:r>
              <a:rPr lang="es-CL" sz="4000" b="1" dirty="0">
                <a:solidFill>
                  <a:srgbClr val="002060"/>
                </a:solidFill>
                <a:latin typeface="Abadi" panose="020B0604020104020204" pitchFamily="34" charset="0"/>
              </a:rPr>
              <a:t>necesidad real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A771AD5-ACDB-608D-BD39-AF36FA5B9C5E}"/>
              </a:ext>
            </a:extLst>
          </p:cNvPr>
          <p:cNvCxnSpPr>
            <a:cxnSpLocks/>
          </p:cNvCxnSpPr>
          <p:nvPr/>
        </p:nvCxnSpPr>
        <p:spPr>
          <a:xfrm>
            <a:off x="555646" y="2079446"/>
            <a:ext cx="3666881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BFC0C5-21C2-952F-7EFD-2EDFB9D01B82}"/>
              </a:ext>
            </a:extLst>
          </p:cNvPr>
          <p:cNvSpPr txBox="1"/>
          <p:nvPr/>
        </p:nvSpPr>
        <p:spPr>
          <a:xfrm>
            <a:off x="440922" y="2275676"/>
            <a:ext cx="2620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269DDE"/>
                </a:solidFill>
                <a:latin typeface="Abadi" panose="020B0604020104020204" pitchFamily="34" charset="0"/>
              </a:rPr>
              <a:t>ORGANIZACIÓN BENEFICIARIA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7497BF2-3793-931F-0243-25C93D7D4CD1}"/>
              </a:ext>
            </a:extLst>
          </p:cNvPr>
          <p:cNvSpPr txBox="1"/>
          <p:nvPr/>
        </p:nvSpPr>
        <p:spPr>
          <a:xfrm>
            <a:off x="460987" y="2524092"/>
            <a:ext cx="5039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badi" panose="020B0604020104020204" pitchFamily="34" charset="0"/>
              </a:rPr>
              <a:t>Dirección</a:t>
            </a:r>
            <a:r>
              <a:rPr lang="es-CL" sz="1600" b="1" dirty="0">
                <a:solidFill>
                  <a:srgbClr val="002060"/>
                </a:solidFill>
                <a:latin typeface="Abadi" panose="020B0604020104020204" pitchFamily="34" charset="0"/>
              </a:rPr>
              <a:t> General de Concesiones de Obras Publicas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13C726-87FB-B1D6-9530-90DCFED66471}"/>
              </a:ext>
            </a:extLst>
          </p:cNvPr>
          <p:cNvSpPr txBox="1"/>
          <p:nvPr/>
        </p:nvSpPr>
        <p:spPr>
          <a:xfrm>
            <a:off x="452074" y="2831869"/>
            <a:ext cx="469231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500" dirty="0">
                <a:latin typeface="Arial Narrow" panose="020B0606020202030204" pitchFamily="34" charset="0"/>
              </a:rPr>
              <a:t>Servicio del Ministerio de Obras Públicas encargado de proveer 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y gestionar infraestructura pública mediante el sistema de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concesiones y asociaciones público-privadas.</a:t>
            </a:r>
            <a:endParaRPr lang="es-CL" sz="1500" dirty="0">
              <a:latin typeface="Arial Narrow" panose="020B0606020202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B0CC816-4835-A730-20D3-160266075366}"/>
              </a:ext>
            </a:extLst>
          </p:cNvPr>
          <p:cNvSpPr txBox="1"/>
          <p:nvPr/>
        </p:nvSpPr>
        <p:spPr>
          <a:xfrm>
            <a:off x="460987" y="3834771"/>
            <a:ext cx="389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269DDE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ÁREA QUE PRESENTA LA NECESIDAD</a:t>
            </a:r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9136FD2-EE7E-D6BB-F5C4-8B45A0A2917D}"/>
              </a:ext>
            </a:extLst>
          </p:cNvPr>
          <p:cNvSpPr txBox="1"/>
          <p:nvPr/>
        </p:nvSpPr>
        <p:spPr>
          <a:xfrm>
            <a:off x="471958" y="4104458"/>
            <a:ext cx="17924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CL" dirty="0"/>
              <a:t>Soporte Informático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7044B9-84C8-E510-E911-FC2C561C9CB1}"/>
              </a:ext>
            </a:extLst>
          </p:cNvPr>
          <p:cNvSpPr txBox="1"/>
          <p:nvPr/>
        </p:nvSpPr>
        <p:spPr>
          <a:xfrm>
            <a:off x="471958" y="4360620"/>
            <a:ext cx="40943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500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Responsable de administrar el inventario de hardware y</a:t>
            </a:r>
          </a:p>
          <a:p>
            <a:r>
              <a:rPr lang="es-MX" dirty="0"/>
              <a:t>licencias asignados a los funcionarios.</a:t>
            </a:r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C7E019-5633-1239-8916-C0321D93DDDB}"/>
              </a:ext>
            </a:extLst>
          </p:cNvPr>
          <p:cNvSpPr txBox="1"/>
          <p:nvPr/>
        </p:nvSpPr>
        <p:spPr>
          <a:xfrm>
            <a:off x="471958" y="5171162"/>
            <a:ext cx="2163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269DDE"/>
                </a:solidFill>
                <a:latin typeface="Abadi" panose="020B0604020104020204" pitchFamily="34" charset="0"/>
              </a:defRPr>
            </a:lvl1pPr>
          </a:lstStyle>
          <a:p>
            <a:r>
              <a:rPr lang="es-CL" sz="1600" dirty="0"/>
              <a:t>NECESIDAD CENTRAL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0FB5980-BC7D-1F15-93C0-1B1F08644642}"/>
              </a:ext>
            </a:extLst>
          </p:cNvPr>
          <p:cNvSpPr txBox="1"/>
          <p:nvPr/>
        </p:nvSpPr>
        <p:spPr>
          <a:xfrm>
            <a:off x="460987" y="5471478"/>
            <a:ext cx="481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sz="1800" dirty="0"/>
              <a:t>Centralizar la información y asegurar la</a:t>
            </a:r>
          </a:p>
          <a:p>
            <a:r>
              <a:rPr lang="es-MX" sz="1800" dirty="0"/>
              <a:t>trazabilidad del ciclo de vida de cada activo.</a:t>
            </a:r>
            <a:endParaRPr lang="es-CL" sz="1800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31C60E8-10EF-F037-8C00-3C3B0D2590FA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F3194531-8DB8-7414-F31B-636D7AF62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E8B3392-F7B5-96CC-B2B6-8BF17DB3520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02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BE63302-E662-4129-BB5C-1C1A8C4532AB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577E9E8-7FCE-75A1-BBD9-603DB3715234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0852280F-38EE-DE9E-ECCE-9E3676D74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40" name="Imagen 39">
            <a:extLst>
              <a:ext uri="{FF2B5EF4-FFF2-40B4-BE49-F238E27FC236}">
                <a16:creationId xmlns:a16="http://schemas.microsoft.com/office/drawing/2014/main" id="{230C985B-A3A6-6C1F-8715-94445724BE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6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AD8982-ACE5-5FB5-8352-CCA1D7824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11A4698-915D-46BE-CD3D-41D0715E488D}"/>
              </a:ext>
            </a:extLst>
          </p:cNvPr>
          <p:cNvSpPr/>
          <p:nvPr/>
        </p:nvSpPr>
        <p:spPr>
          <a:xfrm>
            <a:off x="432063" y="5500787"/>
            <a:ext cx="4471533" cy="690320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7A5F210-B0C0-5CC2-6825-A3F41516A692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C5C18F20-75DC-D3A0-A81B-9E7E813D8181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9653652-41B3-278F-9C23-A88EC6D1674C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7" name="Diagrama de flujo: conector 6">
              <a:extLst>
                <a:ext uri="{FF2B5EF4-FFF2-40B4-BE49-F238E27FC236}">
                  <a16:creationId xmlns:a16="http://schemas.microsoft.com/office/drawing/2014/main" id="{2C89FB58-3786-7BED-8E3E-D03384882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9E2F30F3-0332-11EA-E23A-14CDA9389131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7AA50B33-FA8C-13C0-1B8D-A8F55E9857DF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23F5FDB-A5DB-BF9E-C44F-0336A1D9F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6C06830-8B13-7CFD-113A-550DFF8FDFAE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03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937447E-24EA-7439-87BB-F80224F3C9B8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EDA57A1-177D-F93B-1BF5-43BDB473960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7DAC44B-45E6-33C4-6BBE-AB15AFD6B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8DC283-A9B8-3439-6211-94F0031823D1}"/>
              </a:ext>
            </a:extLst>
          </p:cNvPr>
          <p:cNvSpPr txBox="1"/>
          <p:nvPr/>
        </p:nvSpPr>
        <p:spPr>
          <a:xfrm>
            <a:off x="258147" y="608995"/>
            <a:ext cx="51364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002060"/>
                </a:solidFill>
                <a:latin typeface="Abadi" panose="020B0604020104020204" pitchFamily="34" charset="0"/>
              </a:rPr>
              <a:t>La información existe,</a:t>
            </a:r>
          </a:p>
          <a:p>
            <a:r>
              <a:rPr lang="es-MX" sz="3600" b="1" dirty="0">
                <a:solidFill>
                  <a:srgbClr val="002060"/>
                </a:solidFill>
                <a:latin typeface="Abadi" panose="020B0604020104020204" pitchFamily="34" charset="0"/>
              </a:rPr>
              <a:t>pero está desconectada</a:t>
            </a:r>
            <a:endParaRPr lang="es-CL" sz="3600" b="1" dirty="0">
              <a:solidFill>
                <a:srgbClr val="002060"/>
              </a:solidFill>
              <a:latin typeface="Abadi" panose="020B0604020104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25EE753-828E-DDF4-3A4A-588D17F50BF7}"/>
              </a:ext>
            </a:extLst>
          </p:cNvPr>
          <p:cNvCxnSpPr>
            <a:cxnSpLocks/>
          </p:cNvCxnSpPr>
          <p:nvPr/>
        </p:nvCxnSpPr>
        <p:spPr>
          <a:xfrm>
            <a:off x="418501" y="1894251"/>
            <a:ext cx="4572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468EF7-3DEA-1F9A-C153-D5CE0CE073B6}"/>
              </a:ext>
            </a:extLst>
          </p:cNvPr>
          <p:cNvSpPr txBox="1"/>
          <p:nvPr/>
        </p:nvSpPr>
        <p:spPr>
          <a:xfrm>
            <a:off x="358292" y="1916750"/>
            <a:ext cx="43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Arial Narrow" panose="020B0606020202030204" pitchFamily="34" charset="0"/>
              </a:rPr>
              <a:t>Soporte Informático trabaja con antecedentes</a:t>
            </a:r>
          </a:p>
          <a:p>
            <a:r>
              <a:rPr lang="es-MX" b="1" dirty="0">
                <a:latin typeface="Arial Narrow" panose="020B0606020202030204" pitchFamily="34" charset="0"/>
              </a:rPr>
              <a:t>distribuidos en distintas fuentes.</a:t>
            </a:r>
            <a:endParaRPr lang="es-CL" b="1" dirty="0">
              <a:latin typeface="Arial Narrow" panose="020B0606020202030204" pitchFamily="34" charset="0"/>
            </a:endParaRPr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43086284-1532-F579-D161-D562261EF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93822"/>
              </p:ext>
            </p:extLst>
          </p:nvPr>
        </p:nvGraphicFramePr>
        <p:xfrm>
          <a:off x="258147" y="2670507"/>
          <a:ext cx="4685144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144">
                  <a:extLst>
                    <a:ext uri="{9D8B030D-6E8A-4147-A177-3AD203B41FA5}">
                      <a16:colId xmlns:a16="http://schemas.microsoft.com/office/drawing/2014/main" val="2665085114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333294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b="1" dirty="0">
                          <a:solidFill>
                            <a:srgbClr val="269DDE"/>
                          </a:solidFill>
                        </a:rPr>
                        <a:t>01</a:t>
                      </a:r>
                      <a:endParaRPr lang="es-CL" sz="32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HARDWARE</a:t>
                      </a:r>
                    </a:p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Inventario administrado mediante archivos Excel.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857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b="1" dirty="0">
                          <a:solidFill>
                            <a:srgbClr val="269DDE"/>
                          </a:solidFill>
                        </a:rPr>
                        <a:t>02</a:t>
                      </a:r>
                      <a:endParaRPr lang="es-CL" sz="32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LICENCIAS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Sin un inventario único y centralizado.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b="1" dirty="0">
                          <a:solidFill>
                            <a:srgbClr val="269DDE"/>
                          </a:solidFill>
                        </a:rPr>
                        <a:t>03</a:t>
                      </a:r>
                      <a:endParaRPr lang="es-CL" sz="32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COMPRAS Y ASIGNACIONES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Órdenes de compra, correos y actas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separados del inventario.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b="1" dirty="0">
                          <a:solidFill>
                            <a:srgbClr val="269DDE"/>
                          </a:solidFill>
                        </a:rPr>
                        <a:t>04</a:t>
                      </a:r>
                      <a:endParaRPr lang="es-CL" sz="32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DEVOLUCIONES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Historial difícil de reconstruir y validar.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5122496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DA3FFEE9-94A9-226F-760E-F83EA6FEA1B7}"/>
              </a:ext>
            </a:extLst>
          </p:cNvPr>
          <p:cNvSpPr txBox="1"/>
          <p:nvPr/>
        </p:nvSpPr>
        <p:spPr>
          <a:xfrm>
            <a:off x="418501" y="5555057"/>
            <a:ext cx="4348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pPr algn="ctr"/>
            <a:r>
              <a:rPr lang="es-MX" dirty="0"/>
              <a:t>¿Quién tiene el activo y qué documento</a:t>
            </a:r>
          </a:p>
          <a:p>
            <a:pPr algn="ctr"/>
            <a:r>
              <a:rPr lang="es-MX" dirty="0"/>
              <a:t>respalda su movimiento?</a:t>
            </a:r>
            <a:endParaRPr lang="es-CL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2937C11-52F1-CEC7-5AE3-2D4A84B79F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5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FFBCB0-4231-C6BC-5113-09BA6DCF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0ACD64-8791-1AD3-3363-2B219B472C32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C45ED6BB-067C-E237-CAF0-5D607E3B94DA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6B3D99F-7098-E861-EE3E-3C1D8982736D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7" name="Diagrama de flujo: conector 6">
              <a:extLst>
                <a:ext uri="{FF2B5EF4-FFF2-40B4-BE49-F238E27FC236}">
                  <a16:creationId xmlns:a16="http://schemas.microsoft.com/office/drawing/2014/main" id="{D4259A19-4CBD-C756-A50B-C3B54A2FA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9B5A8F2B-A2C9-A43E-E185-3765A6F92FBF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D87FFFF3-77C8-91C6-7BB5-BDD4841FE45E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0EBFE9B-55D6-9B5D-F9AA-959593C7B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8009A78-F56F-5CAF-8EB3-6461BD55ACC6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04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2981C0AA-065D-7DF9-F895-951ADB2EA8F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724D648-DAB8-71DA-952A-16900B92F84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7487D95-F32D-28C7-391B-D1BCAC412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4AA19360-00A0-0341-CD9A-26B5245E89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B1F48C3-3D2D-2A5B-11C2-7915ADC8BF26}"/>
              </a:ext>
            </a:extLst>
          </p:cNvPr>
          <p:cNvSpPr txBox="1"/>
          <p:nvPr/>
        </p:nvSpPr>
        <p:spPr>
          <a:xfrm>
            <a:off x="263452" y="548437"/>
            <a:ext cx="49510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GATI conecta todo el</a:t>
            </a:r>
          </a:p>
          <a:p>
            <a:r>
              <a:rPr lang="es-MX" dirty="0"/>
              <a:t>ciclo de vida del activo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85C9A85-50C9-392E-311B-B41F97D8435B}"/>
              </a:ext>
            </a:extLst>
          </p:cNvPr>
          <p:cNvSpPr txBox="1"/>
          <p:nvPr/>
        </p:nvSpPr>
        <p:spPr>
          <a:xfrm>
            <a:off x="296635" y="1820444"/>
            <a:ext cx="4812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Una fuente central relaciona activos, responsables,</a:t>
            </a:r>
          </a:p>
          <a:p>
            <a:r>
              <a:rPr lang="es-MX" dirty="0"/>
              <a:t>documentos y movimientos.</a:t>
            </a:r>
            <a:endParaRPr lang="es-C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F2662E-706F-FA58-5DA8-B25BACD96214}"/>
              </a:ext>
            </a:extLst>
          </p:cNvPr>
          <p:cNvCxnSpPr>
            <a:cxnSpLocks/>
          </p:cNvCxnSpPr>
          <p:nvPr/>
        </p:nvCxnSpPr>
        <p:spPr>
          <a:xfrm>
            <a:off x="418502" y="1738769"/>
            <a:ext cx="4572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E34CB93-E4A4-B9BF-628D-0EE7DF568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7233"/>
              </p:ext>
            </p:extLst>
          </p:nvPr>
        </p:nvGraphicFramePr>
        <p:xfrm>
          <a:off x="245660" y="2471056"/>
          <a:ext cx="5184000" cy="26685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8082240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0474018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5085589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551596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3294842"/>
                    </a:ext>
                  </a:extLst>
                </a:gridCol>
              </a:tblGrid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01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ORDEN DE COMPRA</a:t>
                      </a:r>
                    </a:p>
                    <a:p>
                      <a:pPr algn="l"/>
                      <a:r>
                        <a:rPr lang="es-MX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Origen de la adquisición y registro.</a:t>
                      </a:r>
                      <a:endParaRPr lang="es-CL" sz="12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02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ACTIVO O LICENCIA</a:t>
                      </a:r>
                      <a:endParaRPr lang="es-CL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385770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03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200" b="1" kern="1200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INVENTARIO</a:t>
                      </a:r>
                    </a:p>
                    <a:p>
                      <a:pPr marL="0" algn="l" defTabSz="914400" rtl="0" eaLnBrk="1" latinLnBrk="0" hangingPunct="1"/>
                      <a:r>
                        <a:rPr lang="es-MX" sz="12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Estado del activo y responsable.</a:t>
                      </a:r>
                      <a:endParaRPr lang="es-CL" sz="12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04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USUARIO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2838583"/>
                  </a:ext>
                </a:extLst>
              </a:tr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05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ACTA</a:t>
                      </a:r>
                    </a:p>
                    <a:p>
                      <a:pPr algn="l"/>
                      <a:r>
                        <a:rPr lang="es-CL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Evidencia documental y trazabilidad.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06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HISTORIAL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38537"/>
                  </a:ext>
                </a:extLst>
              </a:tr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07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DEVOLUCIÓN</a:t>
                      </a:r>
                    </a:p>
                    <a:p>
                      <a:pPr algn="l"/>
                      <a:r>
                        <a:rPr lang="es-MX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</a:rPr>
                        <a:t>Movimiento final y cierre del ciclo.</a:t>
                      </a:r>
                      <a:endParaRPr lang="es-CL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08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REASIGNACIÓN </a:t>
                      </a:r>
                    </a:p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O BAJA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122496"/>
                  </a:ext>
                </a:extLst>
              </a:tr>
            </a:tbl>
          </a:graphicData>
        </a:graphic>
      </p:graphicFrame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F6005EC-066E-DC5F-C702-414EC67B2AFF}"/>
              </a:ext>
            </a:extLst>
          </p:cNvPr>
          <p:cNvCxnSpPr>
            <a:cxnSpLocks/>
          </p:cNvCxnSpPr>
          <p:nvPr/>
        </p:nvCxnSpPr>
        <p:spPr>
          <a:xfrm>
            <a:off x="2941039" y="2665370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AFEF534-F5E3-C4CA-A475-60D7A60D56D7}"/>
              </a:ext>
            </a:extLst>
          </p:cNvPr>
          <p:cNvCxnSpPr>
            <a:cxnSpLocks/>
          </p:cNvCxnSpPr>
          <p:nvPr/>
        </p:nvCxnSpPr>
        <p:spPr>
          <a:xfrm>
            <a:off x="2919727" y="3399222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AEC14E9-7BA9-C944-6EE0-671FDD6681E3}"/>
              </a:ext>
            </a:extLst>
          </p:cNvPr>
          <p:cNvCxnSpPr>
            <a:cxnSpLocks/>
          </p:cNvCxnSpPr>
          <p:nvPr/>
        </p:nvCxnSpPr>
        <p:spPr>
          <a:xfrm>
            <a:off x="2941039" y="4014853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2BA895A-823A-F2EF-9EC9-01AA1F541A5C}"/>
              </a:ext>
            </a:extLst>
          </p:cNvPr>
          <p:cNvCxnSpPr>
            <a:cxnSpLocks/>
          </p:cNvCxnSpPr>
          <p:nvPr/>
        </p:nvCxnSpPr>
        <p:spPr>
          <a:xfrm>
            <a:off x="2919727" y="4678738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A277017-C904-7800-92FF-A48D4E83F892}"/>
              </a:ext>
            </a:extLst>
          </p:cNvPr>
          <p:cNvSpPr/>
          <p:nvPr/>
        </p:nvSpPr>
        <p:spPr>
          <a:xfrm>
            <a:off x="301163" y="5211288"/>
            <a:ext cx="4471533" cy="841549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89DB001-B6B8-239D-E6A1-ABED722384DE}"/>
              </a:ext>
            </a:extLst>
          </p:cNvPr>
          <p:cNvSpPr txBox="1"/>
          <p:nvPr/>
        </p:nvSpPr>
        <p:spPr>
          <a:xfrm>
            <a:off x="396481" y="5202726"/>
            <a:ext cx="257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pPr algn="ctr"/>
            <a:r>
              <a:rPr lang="es-CL" dirty="0"/>
              <a:t>PROPUESTA DE VALOR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8169C2E-D399-A1A8-4662-6F8D60E1C3FA}"/>
              </a:ext>
            </a:extLst>
          </p:cNvPr>
          <p:cNvSpPr txBox="1"/>
          <p:nvPr/>
        </p:nvSpPr>
        <p:spPr>
          <a:xfrm>
            <a:off x="418502" y="5482493"/>
            <a:ext cx="38122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latin typeface="Arial Narrow" panose="020B0606020202030204" pitchFamily="34" charset="0"/>
              </a:rPr>
              <a:t>No digitaliza una planilla: conecta datos, responsables, 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documentos y movimientos.</a:t>
            </a:r>
            <a:endParaRPr lang="es-CL" sz="1400" dirty="0">
              <a:latin typeface="Arial Narrow" panose="020B0606020202030204" pitchFamily="34" charset="0"/>
            </a:endParaRPr>
          </a:p>
          <a:p>
            <a:endParaRPr lang="es-CL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6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FD7D97-49EF-53E6-04C2-FE6D0D1AC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3" name="Rectángulo: esquinas superiores redondeadas 52">
            <a:extLst>
              <a:ext uri="{FF2B5EF4-FFF2-40B4-BE49-F238E27FC236}">
                <a16:creationId xmlns:a16="http://schemas.microsoft.com/office/drawing/2014/main" id="{102FF031-DC9F-9403-9646-7A9530FBD265}"/>
              </a:ext>
            </a:extLst>
          </p:cNvPr>
          <p:cNvSpPr/>
          <p:nvPr/>
        </p:nvSpPr>
        <p:spPr>
          <a:xfrm rot="10800000">
            <a:off x="1486927" y="2535799"/>
            <a:ext cx="2494956" cy="914400"/>
          </a:xfrm>
          <a:prstGeom prst="round2SameRect">
            <a:avLst>
              <a:gd name="adj1" fmla="val 7375"/>
              <a:gd name="adj2" fmla="val 0"/>
            </a:avLst>
          </a:prstGeom>
          <a:noFill/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7" name="Rectángulo: esquinas superiores redondeadas 56">
            <a:extLst>
              <a:ext uri="{FF2B5EF4-FFF2-40B4-BE49-F238E27FC236}">
                <a16:creationId xmlns:a16="http://schemas.microsoft.com/office/drawing/2014/main" id="{DF0FDBD5-F560-72CF-CE3E-15A2894904BC}"/>
              </a:ext>
            </a:extLst>
          </p:cNvPr>
          <p:cNvSpPr/>
          <p:nvPr/>
        </p:nvSpPr>
        <p:spPr>
          <a:xfrm rot="10800000">
            <a:off x="2070857" y="2403833"/>
            <a:ext cx="1327094" cy="305822"/>
          </a:xfrm>
          <a:prstGeom prst="round2SameRect">
            <a:avLst>
              <a:gd name="adj1" fmla="val 7375"/>
              <a:gd name="adj2" fmla="val 0"/>
            </a:avLst>
          </a:prstGeom>
          <a:solidFill>
            <a:srgbClr val="F3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A029161-AB51-9809-7A26-37BADFE91FFA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95D2B9E-3FBB-46F5-59EE-FCA68467BC6D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89D0546E-BF57-CBAB-D803-ABFC693F6537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9" name="Diagrama de flujo: conector 8">
              <a:extLst>
                <a:ext uri="{FF2B5EF4-FFF2-40B4-BE49-F238E27FC236}">
                  <a16:creationId xmlns:a16="http://schemas.microsoft.com/office/drawing/2014/main" id="{431DEDD0-18FD-FCB2-B874-E27618AB3B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217D08E8-29B4-5202-9894-A0BC9000DAE8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45A52B7-3444-69FD-47AE-15255FCF4B45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42C4946-ADC5-89A0-1183-159672522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3F9909E-3956-AD7D-0035-785C8208BC8B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05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ED0CAD85-6621-5EF7-F79F-94C407BD4C7C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511EF86-918A-B533-77A2-6778C74B1EA1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C97A8CE-3D7A-31A1-82E8-8E9BE6D28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4AE89E57-2E7B-3358-590B-85A98AC3B4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B6CFBA49-7957-31DE-9BBD-200C7804DFD4}"/>
              </a:ext>
            </a:extLst>
          </p:cNvPr>
          <p:cNvSpPr txBox="1"/>
          <p:nvPr/>
        </p:nvSpPr>
        <p:spPr>
          <a:xfrm>
            <a:off x="301163" y="526577"/>
            <a:ext cx="51755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Web y móvil comparten</a:t>
            </a:r>
          </a:p>
          <a:p>
            <a:r>
              <a:rPr lang="es-MX" dirty="0"/>
              <a:t>una arquitectura central</a:t>
            </a:r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3EDD818-9266-6D60-3D05-892A8B0D026E}"/>
              </a:ext>
            </a:extLst>
          </p:cNvPr>
          <p:cNvSpPr txBox="1"/>
          <p:nvPr/>
        </p:nvSpPr>
        <p:spPr>
          <a:xfrm>
            <a:off x="362021" y="1720717"/>
            <a:ext cx="4031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CL" dirty="0"/>
              <a:t>Una misma solución conecta web y móvil, </a:t>
            </a:r>
          </a:p>
          <a:p>
            <a:r>
              <a:rPr lang="es-CL" dirty="0"/>
              <a:t>compartiendo una base de datos central.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EC46FCD-AB97-687D-2D90-C0F967D12343}"/>
              </a:ext>
            </a:extLst>
          </p:cNvPr>
          <p:cNvCxnSpPr>
            <a:cxnSpLocks/>
          </p:cNvCxnSpPr>
          <p:nvPr/>
        </p:nvCxnSpPr>
        <p:spPr>
          <a:xfrm>
            <a:off x="418502" y="1738769"/>
            <a:ext cx="4572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5986FD0-747D-F714-5006-BE19E5FE9902}"/>
              </a:ext>
            </a:extLst>
          </p:cNvPr>
          <p:cNvSpPr/>
          <p:nvPr/>
        </p:nvSpPr>
        <p:spPr>
          <a:xfrm>
            <a:off x="452735" y="2449742"/>
            <a:ext cx="2093769" cy="711259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EFBB9-69E8-F14E-C9A7-C88D99E83993}"/>
              </a:ext>
            </a:extLst>
          </p:cNvPr>
          <p:cNvSpPr txBox="1"/>
          <p:nvPr/>
        </p:nvSpPr>
        <p:spPr>
          <a:xfrm>
            <a:off x="671851" y="2482206"/>
            <a:ext cx="1614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SISTEMA WEB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Administración, consultas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e indicadores.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21EFA7D-12B5-FEAB-11D6-CDA885327E6E}"/>
              </a:ext>
            </a:extLst>
          </p:cNvPr>
          <p:cNvSpPr/>
          <p:nvPr/>
        </p:nvSpPr>
        <p:spPr>
          <a:xfrm>
            <a:off x="2905258" y="2449741"/>
            <a:ext cx="2093769" cy="711259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505D04C-A647-789B-C045-5FC78D130BF4}"/>
              </a:ext>
            </a:extLst>
          </p:cNvPr>
          <p:cNvSpPr/>
          <p:nvPr/>
        </p:nvSpPr>
        <p:spPr>
          <a:xfrm>
            <a:off x="1451994" y="3717612"/>
            <a:ext cx="2564825" cy="646331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1EA0318-A384-EABE-EB9B-7EE7EEECE243}"/>
              </a:ext>
            </a:extLst>
          </p:cNvPr>
          <p:cNvSpPr txBox="1"/>
          <p:nvPr/>
        </p:nvSpPr>
        <p:spPr>
          <a:xfrm>
            <a:off x="3058730" y="2412956"/>
            <a:ext cx="185339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00" b="1" dirty="0">
                <a:solidFill>
                  <a:srgbClr val="002060"/>
                </a:solidFill>
                <a:latin typeface="Abadi" panose="020B0604020104020204" pitchFamily="34" charset="0"/>
              </a:rPr>
              <a:t>APLICACIÓN MOVIL</a:t>
            </a:r>
          </a:p>
          <a:p>
            <a:pPr algn="ctr"/>
            <a:r>
              <a:rPr lang="es-CL" sz="1100" dirty="0"/>
              <a:t>Escaneo QR, consulta de </a:t>
            </a:r>
          </a:p>
          <a:p>
            <a:pPr algn="ctr"/>
            <a:r>
              <a:rPr lang="es-CL" sz="1100" dirty="0"/>
              <a:t>activos, asignaciones, </a:t>
            </a:r>
          </a:p>
          <a:p>
            <a:pPr algn="ctr"/>
            <a:r>
              <a:rPr lang="es-CL" sz="1100" dirty="0"/>
              <a:t>devoluciones y evidencias.</a:t>
            </a:r>
            <a:r>
              <a:rPr lang="es-MX" sz="1200" dirty="0">
                <a:latin typeface="Arial Narrow" panose="020B0606020202030204" pitchFamily="34" charset="0"/>
              </a:rPr>
              <a:t>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AACA26-7407-8A36-6122-7D9F75FA03A7}"/>
              </a:ext>
            </a:extLst>
          </p:cNvPr>
          <p:cNvSpPr txBox="1"/>
          <p:nvPr/>
        </p:nvSpPr>
        <p:spPr>
          <a:xfrm>
            <a:off x="1513018" y="3743732"/>
            <a:ext cx="2400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F4376"/>
                </a:solidFill>
                <a:latin typeface="Abadi" panose="020B0604020104020204" pitchFamily="34" charset="0"/>
              </a:rPr>
              <a:t>CAPA DE SERVICIO</a:t>
            </a:r>
          </a:p>
          <a:p>
            <a:pPr algn="ctr"/>
            <a:r>
              <a:rPr lang="es-ES" sz="1200" dirty="0">
                <a:latin typeface="Arial Narrow" panose="020B0606020202030204" pitchFamily="34" charset="0"/>
              </a:rPr>
              <a:t>Servicios compartidos para web y móvil</a:t>
            </a:r>
            <a:endParaRPr lang="es-CL" sz="1200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0042884C-DB3D-0B22-0F3C-1600553C07B0}"/>
              </a:ext>
            </a:extLst>
          </p:cNvPr>
          <p:cNvSpPr/>
          <p:nvPr/>
        </p:nvSpPr>
        <p:spPr>
          <a:xfrm>
            <a:off x="1470574" y="4695883"/>
            <a:ext cx="2564825" cy="530136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20F3378-15F2-36B7-50E5-73F94588423F}"/>
              </a:ext>
            </a:extLst>
          </p:cNvPr>
          <p:cNvSpPr txBox="1"/>
          <p:nvPr/>
        </p:nvSpPr>
        <p:spPr>
          <a:xfrm>
            <a:off x="1796792" y="4727585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BASE DE DATOS CENTRAL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Una única fuente de información.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C6639F7E-744E-F596-5A1F-506D6EE9F84E}"/>
              </a:ext>
            </a:extLst>
          </p:cNvPr>
          <p:cNvSpPr/>
          <p:nvPr/>
        </p:nvSpPr>
        <p:spPr>
          <a:xfrm>
            <a:off x="452735" y="5363264"/>
            <a:ext cx="4546292" cy="838607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6BE72B0-3077-3E15-8BF7-BC059F30AB96}"/>
              </a:ext>
            </a:extLst>
          </p:cNvPr>
          <p:cNvSpPr txBox="1"/>
          <p:nvPr/>
        </p:nvSpPr>
        <p:spPr>
          <a:xfrm>
            <a:off x="834978" y="5400049"/>
            <a:ext cx="3781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002060"/>
                </a:solidFill>
                <a:latin typeface="Abadi" panose="020B0604020104020204" pitchFamily="34" charset="0"/>
              </a:rPr>
              <a:t>ALCANCE DEL SISTEMA</a:t>
            </a:r>
          </a:p>
          <a:p>
            <a:pPr algn="ctr"/>
            <a:r>
              <a:rPr lang="es-CL" sz="1100" dirty="0">
                <a:latin typeface="Arial Narrow" panose="020B0606020202030204" pitchFamily="34" charset="0"/>
              </a:rPr>
              <a:t>Activos · licencias · movimientos · evidencias · consultas · indicadores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B1610521-2E2B-8288-A9E7-7825B13AB428}"/>
              </a:ext>
            </a:extLst>
          </p:cNvPr>
          <p:cNvCxnSpPr>
            <a:cxnSpLocks/>
          </p:cNvCxnSpPr>
          <p:nvPr/>
        </p:nvCxnSpPr>
        <p:spPr>
          <a:xfrm>
            <a:off x="593201" y="5833654"/>
            <a:ext cx="4248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3180B1A-CFB7-A6B6-B322-022B64B26D41}"/>
              </a:ext>
            </a:extLst>
          </p:cNvPr>
          <p:cNvSpPr txBox="1"/>
          <p:nvPr/>
        </p:nvSpPr>
        <p:spPr>
          <a:xfrm>
            <a:off x="741348" y="5890203"/>
            <a:ext cx="3409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Fuera de alcance: </a:t>
            </a:r>
            <a:r>
              <a:rPr lang="es-MX" sz="1100" dirty="0">
                <a:latin typeface="Arial Narrow" panose="020B0606020202030204" pitchFamily="34" charset="0"/>
              </a:rPr>
              <a:t>ERP completo, contratos y mantenimiento.</a:t>
            </a:r>
            <a:endParaRPr lang="es-CL" sz="1100" dirty="0">
              <a:latin typeface="Arial Narrow" panose="020B0606020202030204" pitchFamily="34" charset="0"/>
            </a:endParaRP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B6D870CE-5F0C-6571-EA19-744005B27BB4}"/>
              </a:ext>
            </a:extLst>
          </p:cNvPr>
          <p:cNvCxnSpPr>
            <a:cxnSpLocks/>
          </p:cNvCxnSpPr>
          <p:nvPr/>
        </p:nvCxnSpPr>
        <p:spPr>
          <a:xfrm>
            <a:off x="2725726" y="3450200"/>
            <a:ext cx="0" cy="274329"/>
          </a:xfrm>
          <a:prstGeom prst="straightConnector1">
            <a:avLst/>
          </a:prstGeom>
          <a:ln>
            <a:solidFill>
              <a:srgbClr val="269D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A106729B-3076-6CDE-15CC-C6CEEAC5BD70}"/>
              </a:ext>
            </a:extLst>
          </p:cNvPr>
          <p:cNvCxnSpPr>
            <a:cxnSpLocks/>
          </p:cNvCxnSpPr>
          <p:nvPr/>
        </p:nvCxnSpPr>
        <p:spPr>
          <a:xfrm>
            <a:off x="2735377" y="4363943"/>
            <a:ext cx="0" cy="274329"/>
          </a:xfrm>
          <a:prstGeom prst="straightConnector1">
            <a:avLst/>
          </a:prstGeom>
          <a:ln>
            <a:solidFill>
              <a:srgbClr val="269D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33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21882C-3609-972B-5B7B-04571B7B8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538003A0-4EC0-1550-6661-6B6FE7D83842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41AB2996-938C-0713-E5C3-7F10D7BC08B9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DF596DB-9D92-D4DE-5CD4-D5D669284587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7" name="Diagrama de flujo: conector 6">
              <a:extLst>
                <a:ext uri="{FF2B5EF4-FFF2-40B4-BE49-F238E27FC236}">
                  <a16:creationId xmlns:a16="http://schemas.microsoft.com/office/drawing/2014/main" id="{0BF602CE-6ECB-3D00-B10C-F54AA8D8D2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B4939DD-F637-7523-4920-2D26F66BED75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31B565F1-ECA2-B12B-185C-999E83DFDE1F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37AC732-1859-3997-C39E-DFECD1FCF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D960705-205F-C48C-F893-620D88651577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06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B3D5FAC-E5BC-916F-29F6-0A079BB4D6FE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07AE7FC-14F5-8B4B-9139-4DF09F4D0B7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9D6B244-6B7E-EB23-70B9-78C0A07BF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ED315B4C-65CA-A7E2-FC66-F832484EB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87E60DC-9C69-6131-203D-990D9C80E9BC}"/>
              </a:ext>
            </a:extLst>
          </p:cNvPr>
          <p:cNvSpPr txBox="1"/>
          <p:nvPr/>
        </p:nvSpPr>
        <p:spPr>
          <a:xfrm>
            <a:off x="245660" y="477143"/>
            <a:ext cx="62790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sz="2800" dirty="0"/>
              <a:t>Los objetivos convierten la necesidad</a:t>
            </a:r>
          </a:p>
          <a:p>
            <a:r>
              <a:rPr lang="es-MX" sz="2800" dirty="0"/>
              <a:t>en resultados verificables</a:t>
            </a:r>
            <a:endParaRPr lang="es-CL" sz="280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D479322-B514-5FD8-F032-F06CF611A4C8}"/>
              </a:ext>
            </a:extLst>
          </p:cNvPr>
          <p:cNvCxnSpPr>
            <a:cxnSpLocks/>
          </p:cNvCxnSpPr>
          <p:nvPr/>
        </p:nvCxnSpPr>
        <p:spPr>
          <a:xfrm>
            <a:off x="362021" y="1428849"/>
            <a:ext cx="5940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DDE13D1-E113-8059-F84E-9CF0AB66EA55}"/>
              </a:ext>
            </a:extLst>
          </p:cNvPr>
          <p:cNvSpPr/>
          <p:nvPr/>
        </p:nvSpPr>
        <p:spPr>
          <a:xfrm>
            <a:off x="513157" y="1586683"/>
            <a:ext cx="5117621" cy="89583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189D130-0DB5-196D-8F8D-43519EA27DD9}"/>
              </a:ext>
            </a:extLst>
          </p:cNvPr>
          <p:cNvSpPr txBox="1"/>
          <p:nvPr/>
        </p:nvSpPr>
        <p:spPr>
          <a:xfrm>
            <a:off x="745220" y="1557545"/>
            <a:ext cx="45416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002060"/>
                </a:solidFill>
                <a:latin typeface="Abadi" panose="020B0604020104020204" pitchFamily="34" charset="0"/>
              </a:rPr>
              <a:t>OBJETIVO GENERAL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Desarrollar una versión funcional inicial de GATI para gestionar y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consultar la trazabilidad del ciclo de vida de activos tecnológicos y 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licencias.</a:t>
            </a:r>
            <a:endParaRPr lang="es-CL" sz="1400" dirty="0">
              <a:latin typeface="Arial Narrow" panose="020B0606020202030204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562AC09-724A-F69A-66C6-40116A4091C2}"/>
              </a:ext>
            </a:extLst>
          </p:cNvPr>
          <p:cNvCxnSpPr/>
          <p:nvPr/>
        </p:nvCxnSpPr>
        <p:spPr>
          <a:xfrm>
            <a:off x="886188" y="2861256"/>
            <a:ext cx="0" cy="2628000"/>
          </a:xfrm>
          <a:prstGeom prst="line">
            <a:avLst/>
          </a:prstGeom>
          <a:ln w="25400">
            <a:solidFill>
              <a:srgbClr val="1ED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3B57908B-AB7E-A531-6D25-B0E2505E42AF}"/>
              </a:ext>
            </a:extLst>
          </p:cNvPr>
          <p:cNvSpPr>
            <a:spLocks noChangeAspect="1"/>
          </p:cNvSpPr>
          <p:nvPr/>
        </p:nvSpPr>
        <p:spPr>
          <a:xfrm>
            <a:off x="737348" y="2589192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6F92A04B-84A4-C752-33BC-24B518229E81}"/>
              </a:ext>
            </a:extLst>
          </p:cNvPr>
          <p:cNvSpPr>
            <a:spLocks noChangeAspect="1"/>
          </p:cNvSpPr>
          <p:nvPr/>
        </p:nvSpPr>
        <p:spPr>
          <a:xfrm>
            <a:off x="737348" y="3130592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41FD6159-482A-FCE3-819A-35CCAC7A4895}"/>
              </a:ext>
            </a:extLst>
          </p:cNvPr>
          <p:cNvSpPr>
            <a:spLocks noChangeAspect="1"/>
          </p:cNvSpPr>
          <p:nvPr/>
        </p:nvSpPr>
        <p:spPr>
          <a:xfrm>
            <a:off x="726549" y="3674877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B7DEDB07-9DDA-BF60-5967-D23DAF870B4D}"/>
              </a:ext>
            </a:extLst>
          </p:cNvPr>
          <p:cNvSpPr>
            <a:spLocks noChangeAspect="1"/>
          </p:cNvSpPr>
          <p:nvPr/>
        </p:nvSpPr>
        <p:spPr>
          <a:xfrm>
            <a:off x="731896" y="4222503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9A9BCD20-E94C-CBF5-13E7-74DDDFF01EF9}"/>
              </a:ext>
            </a:extLst>
          </p:cNvPr>
          <p:cNvSpPr>
            <a:spLocks noChangeAspect="1"/>
          </p:cNvSpPr>
          <p:nvPr/>
        </p:nvSpPr>
        <p:spPr>
          <a:xfrm>
            <a:off x="726549" y="4777736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32BDBD4B-9339-82AA-4A0F-CF95D61A075C}"/>
              </a:ext>
            </a:extLst>
          </p:cNvPr>
          <p:cNvSpPr>
            <a:spLocks noChangeAspect="1"/>
          </p:cNvSpPr>
          <p:nvPr/>
        </p:nvSpPr>
        <p:spPr>
          <a:xfrm>
            <a:off x="735664" y="5336571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A2F087F-F4B4-16E0-E899-0F04092D90B4}"/>
              </a:ext>
            </a:extLst>
          </p:cNvPr>
          <p:cNvSpPr txBox="1"/>
          <p:nvPr/>
        </p:nvSpPr>
        <p:spPr>
          <a:xfrm>
            <a:off x="697675" y="5353169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06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72F1972-9FC2-73E5-9F18-10195D999E24}"/>
              </a:ext>
            </a:extLst>
          </p:cNvPr>
          <p:cNvSpPr txBox="1"/>
          <p:nvPr/>
        </p:nvSpPr>
        <p:spPr>
          <a:xfrm>
            <a:off x="697675" y="4799691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05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53EEDAE-805E-7CA6-D1C4-7A54008A19A6}"/>
              </a:ext>
            </a:extLst>
          </p:cNvPr>
          <p:cNvSpPr txBox="1"/>
          <p:nvPr/>
        </p:nvSpPr>
        <p:spPr>
          <a:xfrm>
            <a:off x="697675" y="4241981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04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59249A9-8ABF-E77B-D2E8-AB5676C8D47D}"/>
              </a:ext>
            </a:extLst>
          </p:cNvPr>
          <p:cNvSpPr txBox="1"/>
          <p:nvPr/>
        </p:nvSpPr>
        <p:spPr>
          <a:xfrm>
            <a:off x="697675" y="3682786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03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70C777C-EAC4-A467-B3BE-4E6021B089BB}"/>
              </a:ext>
            </a:extLst>
          </p:cNvPr>
          <p:cNvSpPr txBox="1"/>
          <p:nvPr/>
        </p:nvSpPr>
        <p:spPr>
          <a:xfrm>
            <a:off x="697675" y="3133998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02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8A5AB88-F8F0-9631-9395-118BD2D57227}"/>
              </a:ext>
            </a:extLst>
          </p:cNvPr>
          <p:cNvSpPr txBox="1"/>
          <p:nvPr/>
        </p:nvSpPr>
        <p:spPr>
          <a:xfrm>
            <a:off x="705383" y="2603206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43AD957-5E29-7346-A8CA-7545AEE2A5B3}"/>
              </a:ext>
            </a:extLst>
          </p:cNvPr>
          <p:cNvSpPr txBox="1"/>
          <p:nvPr/>
        </p:nvSpPr>
        <p:spPr>
          <a:xfrm>
            <a:off x="1171414" y="2584751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COMPRENDER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Proceso actual, requisitos y criterios de aceptación.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E19A401-646F-DFE3-107C-F87C57BE9E84}"/>
              </a:ext>
            </a:extLst>
          </p:cNvPr>
          <p:cNvSpPr txBox="1"/>
          <p:nvPr/>
        </p:nvSpPr>
        <p:spPr>
          <a:xfrm>
            <a:off x="1171414" y="3153842"/>
            <a:ext cx="2650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DISEÑAR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Arquitectura, datos, seguridad y despliegue.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9434AD0-9C9C-F956-97EC-F213EE5EF676}"/>
              </a:ext>
            </a:extLst>
          </p:cNvPr>
          <p:cNvSpPr txBox="1"/>
          <p:nvPr/>
        </p:nvSpPr>
        <p:spPr>
          <a:xfrm>
            <a:off x="1171414" y="3713591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CONSTRUIR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Activos, licencias, asignaciones y devoluciones.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03808B0-6F72-84B4-72EB-FDEB774EB7D5}"/>
              </a:ext>
            </a:extLst>
          </p:cNvPr>
          <p:cNvSpPr txBox="1"/>
          <p:nvPr/>
        </p:nvSpPr>
        <p:spPr>
          <a:xfrm>
            <a:off x="1171414" y="4264381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INFORMAR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Consultas, reportes, indicadores y dashboard.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F4DD8D9-A31A-6B36-FCF9-3ED0FE61CBD3}"/>
              </a:ext>
            </a:extLst>
          </p:cNvPr>
          <p:cNvSpPr txBox="1"/>
          <p:nvPr/>
        </p:nvSpPr>
        <p:spPr>
          <a:xfrm>
            <a:off x="1171414" y="480018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INTEGRAR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API.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7B92230-A2ED-37E9-A2B9-333AEDFA9B71}"/>
              </a:ext>
            </a:extLst>
          </p:cNvPr>
          <p:cNvSpPr txBox="1"/>
          <p:nvPr/>
        </p:nvSpPr>
        <p:spPr>
          <a:xfrm>
            <a:off x="1171414" y="5355452"/>
            <a:ext cx="2682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VERIFICAR</a:t>
            </a:r>
          </a:p>
          <a:p>
            <a:r>
              <a:rPr lang="es-MX" sz="1200" dirty="0">
                <a:latin typeface="Arial Narrow" panose="020B0606020202030204" pitchFamily="34" charset="0"/>
              </a:rPr>
              <a:t>Pruebas, defectos, trazabilidad y evidencias.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E7ED1BB8-7FF0-00F8-A720-F030EC69445F}"/>
              </a:ext>
            </a:extLst>
          </p:cNvPr>
          <p:cNvSpPr/>
          <p:nvPr/>
        </p:nvSpPr>
        <p:spPr>
          <a:xfrm>
            <a:off x="513157" y="5828132"/>
            <a:ext cx="5117621" cy="368581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b="1" dirty="0">
                <a:solidFill>
                  <a:srgbClr val="002060"/>
                </a:solidFill>
                <a:latin typeface="Arial Narrow" panose="020B0606020202030204" pitchFamily="34" charset="0"/>
              </a:rPr>
              <a:t>Cada objetivo genera documentos, funcionalidades o evidencias revisables.</a:t>
            </a:r>
          </a:p>
        </p:txBody>
      </p:sp>
    </p:spTree>
    <p:extLst>
      <p:ext uri="{BB962C8B-B14F-4D97-AF65-F5344CB8AC3E}">
        <p14:creationId xmlns:p14="http://schemas.microsoft.com/office/powerpoint/2010/main" val="374727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D89B112-946E-E975-BB00-6DF620EDD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5E2037C-AD20-4CE4-0F50-EB59F7F2C61B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AD91D951-6613-6169-36DF-73DE2EA64C13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54B79983-1E93-BDC8-3AC7-E641AD0ADBC3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B5B1A1B7-7059-FC2D-4D05-13BBA8B25C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0E725035-48A1-BC15-1B96-1443C971C254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6E249A35-6B75-7E6B-10F0-6374401916BC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60EC0E8-66DA-BC5B-A7DE-9C27D1C3A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FDC3B5CF-6709-818B-6BDB-B1440DD145BD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07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B717DBB-4DCD-4747-69E9-1A6B7F08F44A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BE64D95A-8FB2-53FE-CC15-22581817C4F5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560211B4-07E8-6669-3EB9-94499AA4F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60710397-1883-019E-6F7C-10AD9B41B1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689FA16-F817-9E94-0E65-A2646C9C2646}"/>
              </a:ext>
            </a:extLst>
          </p:cNvPr>
          <p:cNvSpPr txBox="1"/>
          <p:nvPr/>
        </p:nvSpPr>
        <p:spPr>
          <a:xfrm>
            <a:off x="301163" y="542567"/>
            <a:ext cx="55320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28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Cascada ordena el avance </a:t>
            </a:r>
          </a:p>
          <a:p>
            <a:r>
              <a:rPr lang="es-MX" dirty="0"/>
              <a:t>mediante entregables aprobados</a:t>
            </a:r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564BC08-3C28-42FC-F07D-29F1F16A8BF7}"/>
              </a:ext>
            </a:extLst>
          </p:cNvPr>
          <p:cNvSpPr txBox="1"/>
          <p:nvPr/>
        </p:nvSpPr>
        <p:spPr>
          <a:xfrm>
            <a:off x="301163" y="1522794"/>
            <a:ext cx="4624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b="0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El curso evalúa por hitos y el diseño técnico requiere</a:t>
            </a:r>
          </a:p>
          <a:p>
            <a:r>
              <a:rPr lang="es-MX" dirty="0"/>
              <a:t>requisitos previamente definidos.</a:t>
            </a:r>
            <a:endParaRPr lang="es-CL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14E8BE9-6B03-FB58-211F-6CE25C21C33F}"/>
              </a:ext>
            </a:extLst>
          </p:cNvPr>
          <p:cNvSpPr txBox="1"/>
          <p:nvPr/>
        </p:nvSpPr>
        <p:spPr>
          <a:xfrm>
            <a:off x="1060276" y="2199138"/>
            <a:ext cx="2441694" cy="349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b="1" dirty="0">
                <a:latin typeface="Abadi" panose="020B0604020104020204" pitchFamily="34" charset="0"/>
              </a:rPr>
              <a:t>DEFINICIÓN Y PLANIFICACIÓN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Problema, alcance y plan de trabajo.</a:t>
            </a:r>
          </a:p>
          <a:p>
            <a:endParaRPr lang="es-MX" sz="1300" dirty="0">
              <a:latin typeface="Arial Narrow" panose="020B0606020202030204" pitchFamily="34" charset="0"/>
            </a:endParaRPr>
          </a:p>
          <a:p>
            <a:r>
              <a:rPr lang="es-MX" sz="1300" b="1" dirty="0">
                <a:latin typeface="Abadi" panose="020B0604020104020204" pitchFamily="34" charset="0"/>
              </a:rPr>
              <a:t>REQUISITOS 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ERS y criterios de aceptación.</a:t>
            </a:r>
          </a:p>
          <a:p>
            <a:endParaRPr lang="es-MX" sz="1300" b="1" dirty="0">
              <a:latin typeface="Abadi" panose="020B0604020104020204" pitchFamily="34" charset="0"/>
            </a:endParaRPr>
          </a:p>
          <a:p>
            <a:r>
              <a:rPr lang="es-MX" sz="1300" b="1" dirty="0">
                <a:latin typeface="Abadi" panose="020B0604020104020204" pitchFamily="34" charset="0"/>
              </a:rPr>
              <a:t>DISEÑO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Datos, arquitectura y seguridad.</a:t>
            </a:r>
          </a:p>
          <a:p>
            <a:endParaRPr lang="es-MX" sz="1300" b="1" dirty="0">
              <a:latin typeface="Abadi" panose="020B0604020104020204" pitchFamily="34" charset="0"/>
            </a:endParaRPr>
          </a:p>
          <a:p>
            <a:r>
              <a:rPr lang="es-MX" sz="1300" b="1" dirty="0">
                <a:latin typeface="Abadi" panose="020B0604020104020204" pitchFamily="34" charset="0"/>
              </a:rPr>
              <a:t>CONSTRUCCIÓN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Sistema web, aplicación móvil y API.</a:t>
            </a:r>
          </a:p>
          <a:p>
            <a:endParaRPr lang="es-MX" sz="1300" b="1" dirty="0">
              <a:latin typeface="Abadi" panose="020B0604020104020204" pitchFamily="34" charset="0"/>
            </a:endParaRPr>
          </a:p>
          <a:p>
            <a:r>
              <a:rPr lang="es-MX" sz="1300" b="1" dirty="0">
                <a:latin typeface="Abadi" panose="020B0604020104020204" pitchFamily="34" charset="0"/>
              </a:rPr>
              <a:t>PRUEBAS Y DESPLIEGUE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Calidad y entrega controlada.</a:t>
            </a:r>
          </a:p>
          <a:p>
            <a:endParaRPr lang="es-MX" sz="1300" b="1" dirty="0">
              <a:latin typeface="Abadi" panose="020B0604020104020204" pitchFamily="34" charset="0"/>
            </a:endParaRPr>
          </a:p>
          <a:p>
            <a:r>
              <a:rPr lang="es-MX" sz="1300" b="1" dirty="0">
                <a:latin typeface="Abadi" panose="020B0604020104020204" pitchFamily="34" charset="0"/>
              </a:rPr>
              <a:t>CIERRE</a:t>
            </a:r>
          </a:p>
          <a:p>
            <a:r>
              <a:rPr lang="es-MX" sz="1300" dirty="0">
                <a:latin typeface="Arial Narrow" panose="020B0606020202030204" pitchFamily="34" charset="0"/>
              </a:rPr>
              <a:t>Aceptación, evidencias y defensa.</a:t>
            </a:r>
            <a:endParaRPr lang="es-CL" sz="1300" dirty="0">
              <a:latin typeface="Arial Narrow" panose="020B0606020202030204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E7E9731-C324-E7ED-F91D-CEC5B8E0D73F}"/>
              </a:ext>
            </a:extLst>
          </p:cNvPr>
          <p:cNvCxnSpPr/>
          <p:nvPr/>
        </p:nvCxnSpPr>
        <p:spPr>
          <a:xfrm>
            <a:off x="824382" y="2560341"/>
            <a:ext cx="0" cy="2736000"/>
          </a:xfrm>
          <a:prstGeom prst="line">
            <a:avLst/>
          </a:prstGeom>
          <a:ln w="25400">
            <a:solidFill>
              <a:srgbClr val="1ED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505835E2-937B-8601-B51E-B5D988931586}"/>
              </a:ext>
            </a:extLst>
          </p:cNvPr>
          <p:cNvSpPr>
            <a:spLocks noChangeAspect="1"/>
          </p:cNvSpPr>
          <p:nvPr/>
        </p:nvSpPr>
        <p:spPr>
          <a:xfrm>
            <a:off x="675542" y="2288277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2EABA475-89E7-F961-991F-B2C642CAAE20}"/>
              </a:ext>
            </a:extLst>
          </p:cNvPr>
          <p:cNvSpPr>
            <a:spLocks noChangeAspect="1"/>
          </p:cNvSpPr>
          <p:nvPr/>
        </p:nvSpPr>
        <p:spPr>
          <a:xfrm>
            <a:off x="667970" y="2875763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5343D910-AAA5-F0C3-2787-3FC5380AED8C}"/>
              </a:ext>
            </a:extLst>
          </p:cNvPr>
          <p:cNvSpPr>
            <a:spLocks noChangeAspect="1"/>
          </p:cNvSpPr>
          <p:nvPr/>
        </p:nvSpPr>
        <p:spPr>
          <a:xfrm>
            <a:off x="667970" y="3463791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5ADE3D99-E9C8-EB47-9608-B0BA941499EB}"/>
              </a:ext>
            </a:extLst>
          </p:cNvPr>
          <p:cNvSpPr>
            <a:spLocks noChangeAspect="1"/>
          </p:cNvSpPr>
          <p:nvPr/>
        </p:nvSpPr>
        <p:spPr>
          <a:xfrm>
            <a:off x="670090" y="4074174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8C8832AD-F497-F717-C5B0-C08FFB19EEB1}"/>
              </a:ext>
            </a:extLst>
          </p:cNvPr>
          <p:cNvSpPr>
            <a:spLocks noChangeAspect="1"/>
          </p:cNvSpPr>
          <p:nvPr/>
        </p:nvSpPr>
        <p:spPr>
          <a:xfrm>
            <a:off x="670090" y="4654865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B19D17BE-3D4F-43C6-CE44-0FA007564437}"/>
              </a:ext>
            </a:extLst>
          </p:cNvPr>
          <p:cNvSpPr>
            <a:spLocks noChangeAspect="1"/>
          </p:cNvSpPr>
          <p:nvPr/>
        </p:nvSpPr>
        <p:spPr>
          <a:xfrm>
            <a:off x="675542" y="5236328"/>
            <a:ext cx="324000" cy="324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46868BD-D2C0-EEC3-5F32-583E2BD5BDF6}"/>
              </a:ext>
            </a:extLst>
          </p:cNvPr>
          <p:cNvSpPr txBox="1"/>
          <p:nvPr/>
        </p:nvSpPr>
        <p:spPr>
          <a:xfrm>
            <a:off x="633024" y="5244439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8A45A08-46DB-8ACC-8E26-8E45DEE06CBF}"/>
              </a:ext>
            </a:extLst>
          </p:cNvPr>
          <p:cNvSpPr txBox="1"/>
          <p:nvPr/>
        </p:nvSpPr>
        <p:spPr>
          <a:xfrm>
            <a:off x="633577" y="465843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A9683F7-5B7B-12BA-8E17-FF77419A7A49}"/>
              </a:ext>
            </a:extLst>
          </p:cNvPr>
          <p:cNvSpPr txBox="1"/>
          <p:nvPr/>
        </p:nvSpPr>
        <p:spPr>
          <a:xfrm>
            <a:off x="625110" y="408228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F1339DE-28CF-D1AC-1D04-7DCDDBFE380A}"/>
              </a:ext>
            </a:extLst>
          </p:cNvPr>
          <p:cNvSpPr txBox="1"/>
          <p:nvPr/>
        </p:nvSpPr>
        <p:spPr>
          <a:xfrm>
            <a:off x="621442" y="3465804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03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8A4929F-7CC2-95C5-7631-46A98D768E64}"/>
              </a:ext>
            </a:extLst>
          </p:cNvPr>
          <p:cNvSpPr txBox="1"/>
          <p:nvPr/>
        </p:nvSpPr>
        <p:spPr>
          <a:xfrm>
            <a:off x="625336" y="288418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4AE063B-D70C-9302-E96F-7AAF4E5F718E}"/>
              </a:ext>
            </a:extLst>
          </p:cNvPr>
          <p:cNvSpPr txBox="1"/>
          <p:nvPr/>
        </p:nvSpPr>
        <p:spPr>
          <a:xfrm>
            <a:off x="643577" y="2302291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01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2DF0A5C-DBC5-3C5D-F0DE-4CDB8E717FF1}"/>
              </a:ext>
            </a:extLst>
          </p:cNvPr>
          <p:cNvSpPr/>
          <p:nvPr/>
        </p:nvSpPr>
        <p:spPr>
          <a:xfrm>
            <a:off x="418503" y="5672853"/>
            <a:ext cx="5239348" cy="54286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C55A043-C5F5-D652-2483-D31E8141609B}"/>
              </a:ext>
            </a:extLst>
          </p:cNvPr>
          <p:cNvSpPr txBox="1"/>
          <p:nvPr/>
        </p:nvSpPr>
        <p:spPr>
          <a:xfrm>
            <a:off x="564654" y="5638663"/>
            <a:ext cx="5089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500" b="1" dirty="0">
                <a:solidFill>
                  <a:srgbClr val="269DDE"/>
                </a:solidFill>
                <a:latin typeface="Abadi" panose="020B0604020104020204" pitchFamily="34" charset="0"/>
              </a:rPr>
              <a:t>REVISIONES SEMANALES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Seguimiento, riesgos y cambios sin transformar el proyecto en Scrum.</a:t>
            </a:r>
            <a:endParaRPr lang="es-CL" sz="1500" dirty="0">
              <a:latin typeface="Arial Narrow" panose="020B0606020202030204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795BD45-8883-AA13-8BEF-6BD7CAF6A341}"/>
              </a:ext>
            </a:extLst>
          </p:cNvPr>
          <p:cNvCxnSpPr>
            <a:cxnSpLocks/>
          </p:cNvCxnSpPr>
          <p:nvPr/>
        </p:nvCxnSpPr>
        <p:spPr>
          <a:xfrm>
            <a:off x="389668" y="1501015"/>
            <a:ext cx="5256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81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9A0B4ED-E770-180B-D4BE-6CB568451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9E77942-8CBA-4B69-838F-AC793CE73A79}"/>
              </a:ext>
            </a:extLst>
          </p:cNvPr>
          <p:cNvSpPr/>
          <p:nvPr/>
        </p:nvSpPr>
        <p:spPr>
          <a:xfrm>
            <a:off x="2628900" y="2262123"/>
            <a:ext cx="3551725" cy="2329279"/>
          </a:xfrm>
          <a:prstGeom prst="roundRect">
            <a:avLst/>
          </a:prstGeom>
          <a:solidFill>
            <a:srgbClr val="F6F7F8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8BC240E-10FA-24D3-04C9-ADF396A00AEB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27AA381D-6E81-9B08-9339-8CE0746F9197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776C6070-D2F0-E0D5-8C8A-4167AAAB1DE6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49A188D4-3E4F-14F5-19A6-2914CD4400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66E26839-D347-BBCF-C071-711D8E3B574E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F6042FE-B76D-7A7C-535E-DC9DED6976CC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66A45A8-115C-32E0-4A71-E981BFBD6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98E5767B-3482-1409-976A-0FA40A796BC0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08</a:t>
              </a:r>
              <a:endParaRPr lang="es-CL" sz="1600" b="1" dirty="0">
                <a:solidFill>
                  <a:srgbClr val="0A3E6F"/>
                </a:solidFill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D0D229F-7BAE-076A-C910-345E8D4C8704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2B723164-5E05-AA5C-1B53-1B040CB8358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CAB7248-B1C2-9EB5-3773-88596E215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37E1260D-3EE9-4228-A77B-973A813337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CD55293-97E7-CB9D-105D-898F54204FC7}"/>
              </a:ext>
            </a:extLst>
          </p:cNvPr>
          <p:cNvSpPr txBox="1"/>
          <p:nvPr/>
        </p:nvSpPr>
        <p:spPr>
          <a:xfrm>
            <a:off x="362021" y="653722"/>
            <a:ext cx="60932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CL" sz="2800" dirty="0"/>
              <a:t>Cuatro responsabilidades primarias, </a:t>
            </a:r>
          </a:p>
          <a:p>
            <a:r>
              <a:rPr lang="es-CL" sz="2800" dirty="0"/>
              <a:t>un trabajo compartido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8C59DF3-6F85-2B3C-4920-046EA8AF5DB5}"/>
              </a:ext>
            </a:extLst>
          </p:cNvPr>
          <p:cNvCxnSpPr>
            <a:cxnSpLocks/>
          </p:cNvCxnSpPr>
          <p:nvPr/>
        </p:nvCxnSpPr>
        <p:spPr>
          <a:xfrm>
            <a:off x="418502" y="1605042"/>
            <a:ext cx="3924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12B7581-E714-6F18-ABB7-EF6BFE0A0561}"/>
              </a:ext>
            </a:extLst>
          </p:cNvPr>
          <p:cNvSpPr txBox="1"/>
          <p:nvPr/>
        </p:nvSpPr>
        <p:spPr>
          <a:xfrm>
            <a:off x="382341" y="1615792"/>
            <a:ext cx="558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CL" b="0" dirty="0"/>
              <a:t>Los roles establecen responsabilidades primarias para evitar vacíos de coordinación, sin limitar la participación transversal.</a:t>
            </a: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8F8B8934-87A8-D385-AE7B-46D44E674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76870"/>
              </p:ext>
            </p:extLst>
          </p:nvPr>
        </p:nvGraphicFramePr>
        <p:xfrm>
          <a:off x="418502" y="2376199"/>
          <a:ext cx="5762123" cy="22152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8123">
                  <a:extLst>
                    <a:ext uri="{9D8B030D-6E8A-4147-A177-3AD203B41FA5}">
                      <a16:colId xmlns:a16="http://schemas.microsoft.com/office/drawing/2014/main" val="223783423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191110405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952469825"/>
                    </a:ext>
                  </a:extLst>
                </a:gridCol>
              </a:tblGrid>
              <a:tr h="5538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2400" b="1" kern="1200" dirty="0">
                          <a:solidFill>
                            <a:srgbClr val="269DDE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CARLOS ARAYA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latin typeface="Arial Narrow" panose="020B0606020202030204" pitchFamily="34" charset="0"/>
                        </a:rPr>
                        <a:t>Jefe de Proyecto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856663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RUBÉN MANSILLA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latin typeface="Arial Narrow" panose="020B0606020202030204" pitchFamily="34" charset="0"/>
                        </a:rPr>
                        <a:t>Analista de Sistemas / Requisitos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777557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EDUARDO COMPAN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latin typeface="Arial Narrow" panose="020B0606020202030204" pitchFamily="34" charset="0"/>
                        </a:rPr>
                        <a:t>Desarrollador / Arquitecto de Software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63102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b="1" dirty="0">
                          <a:latin typeface="Arial Narrow" panose="020B0606020202030204" pitchFamily="34" charset="0"/>
                        </a:rPr>
                        <a:t>Diseñador / 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671496"/>
                  </a:ext>
                </a:extLst>
              </a:tr>
            </a:tbl>
          </a:graphicData>
        </a:graphic>
      </p:graphicFrame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BCBCCA4-E4A6-D58A-9EBE-D8F53866ADA3}"/>
              </a:ext>
            </a:extLst>
          </p:cNvPr>
          <p:cNvSpPr/>
          <p:nvPr/>
        </p:nvSpPr>
        <p:spPr>
          <a:xfrm>
            <a:off x="463128" y="4876460"/>
            <a:ext cx="5359159" cy="110344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4C0833-F772-8DB4-C2FB-54F6A03BF653}"/>
              </a:ext>
            </a:extLst>
          </p:cNvPr>
          <p:cNvSpPr txBox="1"/>
          <p:nvPr/>
        </p:nvSpPr>
        <p:spPr>
          <a:xfrm>
            <a:off x="463128" y="4987791"/>
            <a:ext cx="53591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269DDE"/>
                </a:solidFill>
                <a:latin typeface="Abadi" panose="020B0604020104020204" pitchFamily="34" charset="0"/>
              </a:rPr>
              <a:t>TRABAJO COMPARTIDO</a:t>
            </a:r>
          </a:p>
          <a:p>
            <a:endParaRPr lang="es-CL" sz="1400" b="1" dirty="0">
              <a:solidFill>
                <a:srgbClr val="269DDE"/>
              </a:solidFill>
              <a:latin typeface="Abadi" panose="020B0604020104020204" pitchFamily="34" charset="0"/>
            </a:endParaRPr>
          </a:p>
          <a:p>
            <a:r>
              <a:rPr lang="es-CL" sz="1400" b="1" dirty="0">
                <a:latin typeface="Arial Narrow" panose="020B0606020202030204" pitchFamily="34" charset="0"/>
              </a:rPr>
              <a:t>Participación objetivo: 25% por integrante</a:t>
            </a:r>
            <a:r>
              <a:rPr lang="es-CL" sz="1400" dirty="0">
                <a:latin typeface="Arial Narrow" panose="020B0606020202030204" pitchFamily="34" charset="0"/>
              </a:rPr>
              <a:t> · revisión cruzada de entregables</a:t>
            </a:r>
          </a:p>
          <a:p>
            <a:r>
              <a:rPr lang="es-CL" sz="1400" dirty="0">
                <a:latin typeface="Arial Narrow" panose="020B0606020202030204" pitchFamily="34" charset="0"/>
              </a:rPr>
              <a:t>críticos.</a:t>
            </a:r>
          </a:p>
        </p:txBody>
      </p:sp>
    </p:spTree>
    <p:extLst>
      <p:ext uri="{BB962C8B-B14F-4D97-AF65-F5344CB8AC3E}">
        <p14:creationId xmlns:p14="http://schemas.microsoft.com/office/powerpoint/2010/main" val="86478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E91A386A-0460-A96A-FE1B-1C116E345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28BC748-8304-91CC-A405-5200D477B711}"/>
              </a:ext>
            </a:extLst>
          </p:cNvPr>
          <p:cNvCxnSpPr/>
          <p:nvPr/>
        </p:nvCxnSpPr>
        <p:spPr>
          <a:xfrm>
            <a:off x="821648" y="2984713"/>
            <a:ext cx="0" cy="1625138"/>
          </a:xfrm>
          <a:prstGeom prst="line">
            <a:avLst/>
          </a:prstGeom>
          <a:ln w="31750">
            <a:solidFill>
              <a:srgbClr val="1ED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5CD73B55-2AF4-A67A-39A0-F45E226AFEB9}"/>
              </a:ext>
            </a:extLst>
          </p:cNvPr>
          <p:cNvGrpSpPr/>
          <p:nvPr/>
        </p:nvGrpSpPr>
        <p:grpSpPr>
          <a:xfrm>
            <a:off x="245660" y="96123"/>
            <a:ext cx="3939603" cy="523220"/>
            <a:chOff x="245660" y="96123"/>
            <a:chExt cx="3939603" cy="523220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37D222-241C-76C5-49A2-A179837EFC57}"/>
                </a:ext>
              </a:extLst>
            </p:cNvPr>
            <p:cNvSpPr txBox="1"/>
            <p:nvPr/>
          </p:nvSpPr>
          <p:spPr>
            <a:xfrm>
              <a:off x="1225414" y="126900"/>
              <a:ext cx="2959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400" b="1" dirty="0">
                  <a:solidFill>
                    <a:srgbClr val="269DDE"/>
                  </a:solidFill>
                  <a:latin typeface="Arial Narrow" panose="020B0606020202030204" pitchFamily="34" charset="0"/>
                </a:rPr>
                <a:t>AVANCE SEMANA N° 1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C578AB8-1EC5-5AD8-9187-1184455A7538}"/>
                </a:ext>
              </a:extLst>
            </p:cNvPr>
            <p:cNvSpPr txBox="1"/>
            <p:nvPr/>
          </p:nvSpPr>
          <p:spPr>
            <a:xfrm>
              <a:off x="245660" y="96123"/>
              <a:ext cx="904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dirty="0">
                  <a:solidFill>
                    <a:srgbClr val="269DDE"/>
                  </a:solidFill>
                  <a:latin typeface="+mj-lt"/>
                  <a:ea typeface="ADLaM Display" panose="020F0502020204030204" pitchFamily="2" charset="0"/>
                  <a:cs typeface="ADLaM Display" panose="020F0502020204030204" pitchFamily="2" charset="0"/>
                </a:rPr>
                <a:t>GATI</a:t>
              </a:r>
              <a:endParaRPr lang="es-CL" sz="3600" b="1" dirty="0">
                <a:solidFill>
                  <a:srgbClr val="269DDE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09BE1861-2F61-07DF-F0F3-6EC54AF1E0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7414" y="303733"/>
              <a:ext cx="108000" cy="108000"/>
            </a:xfrm>
            <a:prstGeom prst="flowChartConnector">
              <a:avLst/>
            </a:prstGeom>
            <a:solidFill>
              <a:srgbClr val="269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6CBEB488-CA66-7520-D010-1FA1DFD0AEE4}"/>
                </a:ext>
              </a:extLst>
            </p:cNvPr>
            <p:cNvCxnSpPr>
              <a:cxnSpLocks/>
            </p:cNvCxnSpPr>
            <p:nvPr/>
          </p:nvCxnSpPr>
          <p:spPr>
            <a:xfrm>
              <a:off x="362021" y="539681"/>
              <a:ext cx="3666881" cy="0"/>
            </a:xfrm>
            <a:prstGeom prst="line">
              <a:avLst/>
            </a:prstGeom>
            <a:ln>
              <a:solidFill>
                <a:srgbClr val="269D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854246F0-E873-6E82-4924-AFB21E73B44A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E989413-2CB1-3E73-FE42-A45F83FC3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95BF073-A122-DA5C-E434-B98F8D93C092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09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0D0A13D-86A7-B084-9C36-0C9F46BECD43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428EC7DD-AFDE-4A40-9691-3163B52EC260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B29B2DA-087D-A9A0-8D4C-75BF84B9D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E3337A48-4842-CF1A-86B1-4FEFD3795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B835A39-1D0D-ADFD-FE80-5C19EE7269DD}"/>
              </a:ext>
            </a:extLst>
          </p:cNvPr>
          <p:cNvSpPr txBox="1"/>
          <p:nvPr/>
        </p:nvSpPr>
        <p:spPr>
          <a:xfrm>
            <a:off x="466392" y="604839"/>
            <a:ext cx="52438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28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sz="3600" dirty="0"/>
              <a:t>De registros dispersos a</a:t>
            </a:r>
          </a:p>
          <a:p>
            <a:r>
              <a:rPr lang="es-MX" sz="3600" dirty="0"/>
              <a:t>una consulta trazable</a:t>
            </a:r>
            <a:endParaRPr lang="es-CL" sz="36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6191EC-84D8-E585-46F6-8233C367B411}"/>
              </a:ext>
            </a:extLst>
          </p:cNvPr>
          <p:cNvSpPr txBox="1"/>
          <p:nvPr/>
        </p:nvSpPr>
        <p:spPr>
          <a:xfrm>
            <a:off x="512054" y="1917766"/>
            <a:ext cx="4624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b="0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Una fuente central conserva el historial </a:t>
            </a:r>
          </a:p>
          <a:p>
            <a:r>
              <a:rPr lang="es-MX" dirty="0"/>
              <a:t>y la evidencia de cada movimiento.</a:t>
            </a:r>
            <a:endParaRPr lang="es-C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1D833EA-AD92-3581-5082-826F40A5058F}"/>
              </a:ext>
            </a:extLst>
          </p:cNvPr>
          <p:cNvCxnSpPr>
            <a:cxnSpLocks/>
          </p:cNvCxnSpPr>
          <p:nvPr/>
        </p:nvCxnSpPr>
        <p:spPr>
          <a:xfrm>
            <a:off x="466392" y="1805168"/>
            <a:ext cx="5256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4B915914-B1F9-5482-FBCC-7586370329FA}"/>
              </a:ext>
            </a:extLst>
          </p:cNvPr>
          <p:cNvSpPr>
            <a:spLocks noChangeAspect="1"/>
          </p:cNvSpPr>
          <p:nvPr/>
        </p:nvSpPr>
        <p:spPr>
          <a:xfrm>
            <a:off x="594276" y="2750713"/>
            <a:ext cx="468000" cy="468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AC99B1BF-91D8-B7CE-6017-CBBAFA6E52A2}"/>
              </a:ext>
            </a:extLst>
          </p:cNvPr>
          <p:cNvSpPr>
            <a:spLocks noChangeAspect="1"/>
          </p:cNvSpPr>
          <p:nvPr/>
        </p:nvSpPr>
        <p:spPr>
          <a:xfrm>
            <a:off x="587648" y="3539017"/>
            <a:ext cx="468000" cy="468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E8FE352E-CC48-903D-BC80-D98F28AD36DD}"/>
              </a:ext>
            </a:extLst>
          </p:cNvPr>
          <p:cNvSpPr>
            <a:spLocks noChangeAspect="1"/>
          </p:cNvSpPr>
          <p:nvPr/>
        </p:nvSpPr>
        <p:spPr>
          <a:xfrm>
            <a:off x="590382" y="4335020"/>
            <a:ext cx="468000" cy="468000"/>
          </a:xfrm>
          <a:prstGeom prst="flowChartConnector">
            <a:avLst/>
          </a:prstGeom>
          <a:gradFill>
            <a:gsLst>
              <a:gs pos="0">
                <a:srgbClr val="28D7F4"/>
              </a:gs>
              <a:gs pos="81000">
                <a:srgbClr val="91EAF9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099236E-4B74-836C-13FE-CB7EDC1C3A34}"/>
              </a:ext>
            </a:extLst>
          </p:cNvPr>
          <p:cNvSpPr txBox="1"/>
          <p:nvPr/>
        </p:nvSpPr>
        <p:spPr>
          <a:xfrm>
            <a:off x="633135" y="4405162"/>
            <a:ext cx="377026" cy="468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2DBF80A-7199-7279-69C1-D23077F3DC3F}"/>
              </a:ext>
            </a:extLst>
          </p:cNvPr>
          <p:cNvSpPr txBox="1"/>
          <p:nvPr/>
        </p:nvSpPr>
        <p:spPr>
          <a:xfrm>
            <a:off x="639763" y="3623071"/>
            <a:ext cx="377026" cy="468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3E5B7FC-B8AA-35FE-6F82-D7FBE6F21487}"/>
              </a:ext>
            </a:extLst>
          </p:cNvPr>
          <p:cNvSpPr txBox="1"/>
          <p:nvPr/>
        </p:nvSpPr>
        <p:spPr>
          <a:xfrm>
            <a:off x="639763" y="2827068"/>
            <a:ext cx="377026" cy="468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01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1692650-07B2-7656-F25E-3AC45135569B}"/>
              </a:ext>
            </a:extLst>
          </p:cNvPr>
          <p:cNvSpPr txBox="1"/>
          <p:nvPr/>
        </p:nvSpPr>
        <p:spPr>
          <a:xfrm>
            <a:off x="1149690" y="2805486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002060"/>
                </a:solidFill>
                <a:latin typeface="Abadi" panose="020B0604020104020204" pitchFamily="34" charset="0"/>
              </a:rPr>
              <a:t>LOCALIZAR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Activos, licencias, responsables y documentos.</a:t>
            </a:r>
            <a:endParaRPr lang="es-CL" sz="1400" dirty="0">
              <a:latin typeface="Arial Narrow" panose="020B060602020203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61D9CE6-73EE-0C48-B0C4-7AE6582EE261}"/>
              </a:ext>
            </a:extLst>
          </p:cNvPr>
          <p:cNvSpPr txBox="1"/>
          <p:nvPr/>
        </p:nvSpPr>
        <p:spPr>
          <a:xfrm>
            <a:off x="1149690" y="3632246"/>
            <a:ext cx="3621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002060"/>
                </a:solidFill>
                <a:latin typeface="Abadi" panose="020B0604020104020204" pitchFamily="34" charset="0"/>
              </a:rPr>
              <a:t>RECONSTRUIR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Asignaciones, devoluciones, reasignaciones y bajas.</a:t>
            </a:r>
            <a:endParaRPr lang="es-CL" sz="1400" dirty="0">
              <a:latin typeface="Arial Narrow" panose="020B060602020203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29A6455-C6B7-4FDF-0939-1494D662CF8A}"/>
              </a:ext>
            </a:extLst>
          </p:cNvPr>
          <p:cNvSpPr txBox="1"/>
          <p:nvPr/>
        </p:nvSpPr>
        <p:spPr>
          <a:xfrm>
            <a:off x="1149690" y="4421558"/>
            <a:ext cx="3174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002060"/>
                </a:solidFill>
                <a:latin typeface="Abadi" panose="020B0604020104020204" pitchFamily="34" charset="0"/>
              </a:rPr>
              <a:t>RESPALDAR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Cada movimiento con su historial y evidencia.</a:t>
            </a:r>
            <a:endParaRPr lang="es-CL" sz="1400" dirty="0">
              <a:latin typeface="Arial Narrow" panose="020B0606020202030204" pitchFamily="34" charset="0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722165DC-312D-EACF-0DCF-93BABFE71411}"/>
              </a:ext>
            </a:extLst>
          </p:cNvPr>
          <p:cNvSpPr/>
          <p:nvPr/>
        </p:nvSpPr>
        <p:spPr>
          <a:xfrm>
            <a:off x="512054" y="5123324"/>
            <a:ext cx="5003441" cy="61233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463E7BE-4A7F-DB70-2618-416ECE5D77E1}"/>
              </a:ext>
            </a:extLst>
          </p:cNvPr>
          <p:cNvSpPr txBox="1"/>
          <p:nvPr/>
        </p:nvSpPr>
        <p:spPr>
          <a:xfrm>
            <a:off x="557156" y="5161766"/>
            <a:ext cx="4806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1ED2F6"/>
                </a:solidFill>
                <a:latin typeface="Abadi" panose="020B0604020104020204" pitchFamily="34" charset="0"/>
              </a:rPr>
              <a:t>SIGUIENTE PASO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Validar la propuesta y levantar formalmente el proceso y los requisitos.</a:t>
            </a:r>
            <a:endParaRPr lang="es-CL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229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802</Words>
  <Application>Microsoft Office PowerPoint</Application>
  <PresentationFormat>Panorámica</PresentationFormat>
  <Paragraphs>224</Paragraphs>
  <Slides>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Abadi</vt:lpstr>
      <vt:lpstr>Aptos</vt:lpstr>
      <vt:lpstr>Aptos Display</vt:lpstr>
      <vt:lpstr>Arial</vt:lpstr>
      <vt:lpstr>Arial Narrow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ruben mansilla</cp:lastModifiedBy>
  <cp:revision>5</cp:revision>
  <dcterms:created xsi:type="dcterms:W3CDTF">2026-08-24T16:52:46Z</dcterms:created>
  <dcterms:modified xsi:type="dcterms:W3CDTF">2026-08-27T00:57:45Z</dcterms:modified>
</cp:coreProperties>
</file>